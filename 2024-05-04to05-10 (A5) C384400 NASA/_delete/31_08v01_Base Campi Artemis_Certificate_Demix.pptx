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6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12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 (A5) C384400 NASA\00_Data_Reference.xlsm!pptxCertificate!R2C2:R3C9" TargetMode="External"/><Relationship Id="rId13" Type="http://schemas.openxmlformats.org/officeDocument/2006/relationships/image" Target="../media/image4.emf"/><Relationship Id="rId18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emf"/><Relationship Id="rId12" Type="http://schemas.openxmlformats.org/officeDocument/2006/relationships/oleObject" Target="file:///G:\2024-05-04to05-10 (A5) C384400 NASA\00_Data_Reference.xlsm!pptxCertificate!R7C2:R7C9" TargetMode="External"/><Relationship Id="rId17" Type="http://schemas.openxmlformats.org/officeDocument/2006/relationships/oleObject" Target="file:///G:\2024-05-04to05-10 (A5) C384400 NASA\00_Data_Reference.xlsm!pptxCertificate!R11C6:R11C8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1.vml"/><Relationship Id="rId6" Type="http://schemas.openxmlformats.org/officeDocument/2006/relationships/oleObject" Target="file:///G:\2024-05-04to05-10 (A5) C384400 NASA\00_Data_Reference.xlsm!pptxCertificate!R9C7:R9C8" TargetMode="External"/><Relationship Id="rId11" Type="http://schemas.openxmlformats.org/officeDocument/2006/relationships/image" Target="../media/image3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 (A5) C384400 NASA\00_Data_Reference.xlsm!pptxCertificate!R13C7:R15C9" TargetMode="External"/><Relationship Id="rId10" Type="http://schemas.openxmlformats.org/officeDocument/2006/relationships/oleObject" Target="file:///G:\2024-05-04to05-10 (A5) C384400 NASA\00_Data_Reference.xlsm!pptxCertificate!R4C2:R5C9" TargetMode="External"/><Relationship Id="rId19" Type="http://schemas.openxmlformats.org/officeDocument/2006/relationships/image" Target="../media/image10.png"/><Relationship Id="rId4" Type="http://schemas.openxmlformats.org/officeDocument/2006/relationships/image" Target="../media/image7.jpeg"/><Relationship Id="rId9" Type="http://schemas.openxmlformats.org/officeDocument/2006/relationships/image" Target="../media/image2.emf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file:///G:\2024-05-04to05-10 (A5) C384400 NASA\00_Data_Reference.xlsm!pptxCertificate!R7C2:R7C9" TargetMode="External"/><Relationship Id="rId13" Type="http://schemas.openxmlformats.org/officeDocument/2006/relationships/image" Target="../media/image6.emf"/><Relationship Id="rId18" Type="http://schemas.openxmlformats.org/officeDocument/2006/relationships/image" Target="../media/image1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emf"/><Relationship Id="rId12" Type="http://schemas.openxmlformats.org/officeDocument/2006/relationships/oleObject" Target="file:///G:\2024-05-04to05-10 (A5) C384400 NASA\00_Data_Reference.xlsm!pptxCertificate!R11C6:R11C8" TargetMode="External"/><Relationship Id="rId17" Type="http://schemas.openxmlformats.org/officeDocument/2006/relationships/oleObject" Target="file:///G:\2024-05-04to05-10 (A5) C384400 NASA\00_Data_Reference.xlsm!pptxCertificate!R4C2:R4C9" TargetMode="Externa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emf"/><Relationship Id="rId20" Type="http://schemas.openxmlformats.org/officeDocument/2006/relationships/image" Target="../media/image11.jpeg"/><Relationship Id="rId1" Type="http://schemas.openxmlformats.org/officeDocument/2006/relationships/vmlDrawing" Target="../drawings/vmlDrawing2.vml"/><Relationship Id="rId6" Type="http://schemas.openxmlformats.org/officeDocument/2006/relationships/oleObject" Target="file:///G:\2024-05-04to05-10 (A5) C384400 NASA\00_Data_Reference.xlsm!pptxCertificate!R9C7:R9C8" TargetMode="External"/><Relationship Id="rId11" Type="http://schemas.openxmlformats.org/officeDocument/2006/relationships/image" Target="../media/image5.emf"/><Relationship Id="rId5" Type="http://schemas.openxmlformats.org/officeDocument/2006/relationships/image" Target="../media/image8.jpg"/><Relationship Id="rId15" Type="http://schemas.openxmlformats.org/officeDocument/2006/relationships/oleObject" Target="file:///G:\2024-05-04to05-10 (A5) C384400 NASA\00_Data_Reference.xlsm!pptxCertificate!R2C2:R2C9" TargetMode="External"/><Relationship Id="rId10" Type="http://schemas.openxmlformats.org/officeDocument/2006/relationships/oleObject" Target="file:///G:\2024-05-04to05-10 (A5) C384400 NASA\00_Data_Reference.xlsm!pptxCertificate!R13C7:R15C9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7.jpeg"/><Relationship Id="rId9" Type="http://schemas.openxmlformats.org/officeDocument/2006/relationships/image" Target="../media/image4.emf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977791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99943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Macro-Enabled Worksheet" r:id="rId8" imgW="6819723" imgH="548782" progId="Excel.SheetMacroEnabled.12">
                  <p:link updateAutomatic="1"/>
                </p:oleObj>
              </mc:Choice>
              <mc:Fallback>
                <p:oleObj name="Macro-Enabled Worksheet" r:id="rId8" imgW="6819723" imgH="54878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960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Macro-Enabled Worksheet" r:id="rId10" imgW="6819723" imgH="640033" progId="Excel.SheetMacroEnabled.12">
                  <p:link updateAutomatic="1"/>
                </p:oleObj>
              </mc:Choice>
              <mc:Fallback>
                <p:oleObj name="Macro-Enabled Worksheet" r:id="rId10" imgW="6819723" imgH="640033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3519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Macro-Enabled Worksheet" r:id="rId12" imgW="6819723" imgH="335154" progId="Excel.SheetMacroEnabled.12">
                  <p:link updateAutomatic="1"/>
                </p:oleObj>
              </mc:Choice>
              <mc:Fallback>
                <p:oleObj name="Macro-Enabled Worksheet" r:id="rId12" imgW="6819723" imgH="3351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52840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Macro-Enabled Worksheet" r:id="rId15" imgW="3779662" imgH="906962" progId="Excel.SheetMacroEnabled.12">
                  <p:link updateAutomatic="1"/>
                </p:oleObj>
              </mc:Choice>
              <mc:Fallback>
                <p:oleObj name="Macro-Enabled Worksheet" r:id="rId15" imgW="3779662" imgH="90696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42541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Macro-Enabled Worksheet" r:id="rId17" imgW="3093649" imgH="251578" progId="Excel.SheetMacroEnabled.12">
                  <p:link updateAutomatic="1"/>
                </p:oleObj>
              </mc:Choice>
              <mc:Fallback>
                <p:oleObj name="Macro-Enabled Worksheet" r:id="rId17" imgW="3093649" imgH="2515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68758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Macro-Enabled Worksheet" r:id="rId6" imgW="2522043" imgH="335154" progId="Excel.SheetMacroEnabled.12">
                  <p:link updateAutomatic="1"/>
                </p:oleObj>
              </mc:Choice>
              <mc:Fallback>
                <p:oleObj name="Macro-Enabled Worksheet" r:id="rId6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6776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Macro-Enabled Worksheet" r:id="rId8" imgW="6819723" imgH="335154" progId="Excel.SheetMacroEnabled.12">
                  <p:link updateAutomatic="1"/>
                </p:oleObj>
              </mc:Choice>
              <mc:Fallback>
                <p:oleObj name="Macro-Enabled Worksheet" r:id="rId8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99034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Macro-Enabled Worksheet" r:id="rId10" imgW="3779662" imgH="906962" progId="Excel.SheetMacroEnabled.12">
                  <p:link updateAutomatic="1"/>
                </p:oleObj>
              </mc:Choice>
              <mc:Fallback>
                <p:oleObj name="Macro-Enabled Worksheet" r:id="rId10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236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Macro-Enabled Worksheet" r:id="rId12" imgW="3093649" imgH="251578" progId="Excel.SheetMacroEnabled.12">
                  <p:link updateAutomatic="1"/>
                </p:oleObj>
              </mc:Choice>
              <mc:Fallback>
                <p:oleObj name="Macro-Enabled Worksheet" r:id="rId12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20572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Macro-Enabled Worksheet" r:id="rId15" imgW="6819723" imgH="304879" progId="Excel.SheetMacroEnabled.12">
                  <p:link updateAutomatic="1"/>
                </p:oleObj>
              </mc:Choice>
              <mc:Fallback>
                <p:oleObj name="Macro-Enabled Worksheet" r:id="rId15" imgW="6819723" imgH="3048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32486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Macro-Enabled Worksheet" r:id="rId17" imgW="6819723" imgH="312554" progId="Excel.SheetMacroEnabled.12">
                  <p:link updateAutomatic="1"/>
                </p:oleObj>
              </mc:Choice>
              <mc:Fallback>
                <p:oleObj name="Macro-Enabled Worksheet" r:id="rId17" imgW="6819723" imgH="31255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653584-A295-45B5-B872-95129987FEBB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2427633" y="6363224"/>
            <a:ext cx="2208465" cy="58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CBCA17-1673-43E9-BD76-70BA9CFC8E90}"/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80</Words>
  <Application>Microsoft Office PowerPoint</Application>
  <PresentationFormat>Custom</PresentationFormat>
  <Paragraphs>26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Calibri</vt:lpstr>
      <vt:lpstr>Office Theme</vt:lpstr>
      <vt:lpstr>G:\2024-05-04to05-10 (A5) C384400 NASA\00_Data_Reference.xlsm!pptxCertificate!R9C7:R9C8</vt:lpstr>
      <vt:lpstr>G:\2024-05-04to05-10 (A5) C384400 NASA\00_Data_Reference.xlsm!pptxCertificate!R2C2:R3C9</vt:lpstr>
      <vt:lpstr>G:\2024-05-04to05-10 (A5) C384400 NASA\00_Data_Reference.xlsm!pptxCertificate!R4C2:R5C9</vt:lpstr>
      <vt:lpstr>G:\2024-05-04to05-10 (A5) C384400 NASA\00_Data_Reference.xlsm!pptxCertificate!R7C2:R7C9</vt:lpstr>
      <vt:lpstr>G:\2024-05-04to05-10 (A5) C384400 NASA\00_Data_Reference.xlsm!pptxCertificate!R13C7:R15C9</vt:lpstr>
      <vt:lpstr>G:\2024-05-04to05-10 (A5) C384400 NASA\00_Data_Reference.xlsm!pptxCertificate!R11C6:R11C8</vt:lpstr>
      <vt:lpstr>G:\2024-05-04to05-10 (A5) C384400 NASA\00_Data_Reference.xlsm!pptxCertificate!R9C7:R9C8</vt:lpstr>
      <vt:lpstr>G:\2024-05-04to05-10 (A5) C384400 NASA\00_Data_Reference.xlsm!pptxCertificate!R7C2:R7C9</vt:lpstr>
      <vt:lpstr>G:\2024-05-04to05-10 (A5) C384400 NASA\00_Data_Reference.xlsm!pptxCertificate!R13C7:R15C9</vt:lpstr>
      <vt:lpstr>G:\2024-05-04to05-10 (A5) C384400 NASA\00_Data_Reference.xlsm!pptxCertificate!R11C6:R11C8</vt:lpstr>
      <vt:lpstr>G:\2024-05-04to05-10 (A5) C384400 NASA\00_Data_Reference.xlsm!pptxCertificate!R2C2:R2C9</vt:lpstr>
      <vt:lpstr>G:\2024-05-04to05-10 (A5) C384400 NASA\00_Data_Reference.xlsm!pptxCertificate!R4C2:R4C9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Pieter van Zyl</cp:lastModifiedBy>
  <cp:revision>108</cp:revision>
  <cp:lastPrinted>2017-07-31T10:32:34Z</cp:lastPrinted>
  <dcterms:created xsi:type="dcterms:W3CDTF">2014-06-04T13:42:15Z</dcterms:created>
  <dcterms:modified xsi:type="dcterms:W3CDTF">2024-06-23T07:54:13Z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</Properties>
</file>
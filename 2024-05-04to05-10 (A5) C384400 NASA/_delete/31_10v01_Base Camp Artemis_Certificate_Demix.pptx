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848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modSld">
      <pc:chgData name="Melanie Spies" userId="ef25dda8-0341-4aab-b4c7-f9ee53be8909" providerId="ADAL" clId="{58349FDB-4F03-45F7-9587-A31371CABC64}" dt="2025-09-15T04:59:46.439" v="0" actId="1076"/>
      <pc:docMkLst>
        <pc:docMk/>
      </pc:docMkLst>
      <pc:sldChg chg="modSp mod">
        <pc:chgData name="Melanie Spies" userId="ef25dda8-0341-4aab-b4c7-f9ee53be8909" providerId="ADAL" clId="{58349FDB-4F03-45F7-9587-A31371CABC64}" dt="2025-09-15T04:59:46.439" v="0" actId="1076"/>
        <pc:sldMkLst>
          <pc:docMk/>
          <pc:sldMk cId="0" sldId="256"/>
        </pc:sldMkLst>
        <pc:picChg chg="mod">
          <ac:chgData name="Melanie Spies" userId="ef25dda8-0341-4aab-b4c7-f9ee53be8909" providerId="ADAL" clId="{58349FDB-4F03-45F7-9587-A31371CABC64}" dt="2025-09-15T04:59:46.439" v="0" actId="1076"/>
          <ac:picMkLst>
            <pc:docMk/>
            <pc:sldMk cId="0" sldId="256"/>
            <ac:picMk id="22" creationId="{81B2049F-EB2D-4B63-B33C-D128C22C70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oleObject" Target="file:///G:\2024-05-04to05-10%20(A5)%20C384400%20NASA\00_Data_Reference.xlsm!pptxCertificate!R2C2:R3C9" TargetMode="External"/><Relationship Id="rId12" Type="http://schemas.openxmlformats.org/officeDocument/2006/relationships/image" Target="../media/image6.emf"/><Relationship Id="rId17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6" Type="http://schemas.openxmlformats.org/officeDocument/2006/relationships/oleObject" Target="file:///G:\2024-05-04to05-10%20(A5)%20C384400%20NASA\00_Data_Reference.xlsm!pptxCertificate!R11C6:R11C8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emf"/><Relationship Id="rId11" Type="http://schemas.openxmlformats.org/officeDocument/2006/relationships/oleObject" Target="file:///G:\2024-05-04to05-10%20(A5)%20C384400%20NASA\00_Data_Reference.xlsm!pptxCertificate!R7C2:R7C9" TargetMode="External"/><Relationship Id="rId5" Type="http://schemas.openxmlformats.org/officeDocument/2006/relationships/oleObject" Target="file:///G:\2024-05-04to05-10%20(A5)%20C384400%20NASA\00_Data_Reference.xlsm!pptxCertificate!R9C7:R9C8" TargetMode="External"/><Relationship Id="rId15" Type="http://schemas.openxmlformats.org/officeDocument/2006/relationships/image" Target="../media/image8.emf"/><Relationship Id="rId10" Type="http://schemas.openxmlformats.org/officeDocument/2006/relationships/image" Target="../media/image5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file:///G:\2024-05-04to05-10%20(A5)%20C384400%20NASA\00_Data_Reference.xlsm!pptxCertificate!R4C2:R5C9" TargetMode="External"/><Relationship Id="rId14" Type="http://schemas.openxmlformats.org/officeDocument/2006/relationships/oleObject" Target="file:///G:\2024-05-04to05-10%20(A5)%20C384400%20NASA\00_Data_Reference.xlsm!pptxCertificate!R13C7:R15C9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0.png"/><Relationship Id="rId1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oleObject" Target="file:///G:\2024-05-04to05-10%20(A5)%20C384400%20NASA\00_Data_Reference.xlsm!pptxCertificate!R7C2:R7C9" TargetMode="External"/><Relationship Id="rId12" Type="http://schemas.openxmlformats.org/officeDocument/2006/relationships/image" Target="../media/image9.emf"/><Relationship Id="rId17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6" Type="http://schemas.openxmlformats.org/officeDocument/2006/relationships/oleObject" Target="file:///G:\2024-05-04to05-10%20(A5)%20C384400%20NASA\00_Data_Reference.xlsm!pptxCertificate!R4C2:R4C9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emf"/><Relationship Id="rId11" Type="http://schemas.openxmlformats.org/officeDocument/2006/relationships/oleObject" Target="file:///G:\2024-05-04to05-10%20(A5)%20C384400%20NASA\00_Data_Reference.xlsm!pptxCertificate!R11C6:R11C8" TargetMode="External"/><Relationship Id="rId5" Type="http://schemas.openxmlformats.org/officeDocument/2006/relationships/oleObject" Target="file:///G:\2024-05-04to05-10%20(A5)%20C384400%20NASA\00_Data_Reference.xlsm!pptxCertificate!R9C7:R9C8" TargetMode="External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file:///G:\2024-05-04to05-10%20(A5)%20C384400%20NASA\00_Data_Reference.xlsm!pptxCertificate!R13C7:R15C9" TargetMode="External"/><Relationship Id="rId14" Type="http://schemas.openxmlformats.org/officeDocument/2006/relationships/oleObject" Target="file:///G:\2024-05-04to05-10%20(A5)%20C384400%20NASA\00_Data_Reference.xlsm!pptxCertificate!R2C2:R2C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977791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22043" imgH="335154" progId="Excel.SheetMacroEnabled.12">
                  <p:link updateAutomatic="1"/>
                </p:oleObj>
              </mc:Choice>
              <mc:Fallback>
                <p:oleObj name="Macro-Enabled Worksheet" r:id="rId5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99943"/>
              </p:ext>
            </p:extLst>
          </p:nvPr>
        </p:nvGraphicFramePr>
        <p:xfrm>
          <a:off x="1792288" y="2122488"/>
          <a:ext cx="711041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819723" imgH="548782" progId="Excel.SheetMacroEnabled.12">
                  <p:link updateAutomatic="1"/>
                </p:oleObj>
              </mc:Choice>
              <mc:Fallback>
                <p:oleObj name="Macro-Enabled Worksheet" r:id="rId7" imgW="6819723" imgH="548782" progId="Excel.SheetMacroEnabled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BD05F25-B019-4315-AE22-D0939A9F1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2288" y="2122488"/>
                        <a:ext cx="7110412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39608"/>
              </p:ext>
            </p:extLst>
          </p:nvPr>
        </p:nvGraphicFramePr>
        <p:xfrm>
          <a:off x="1712913" y="2913063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6819723" imgH="640033" progId="Excel.SheetMacroEnabled.12">
                  <p:link updateAutomatic="1"/>
                </p:oleObj>
              </mc:Choice>
              <mc:Fallback>
                <p:oleObj name="Macro-Enabled Worksheet" r:id="rId9" imgW="6819723" imgH="640033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D7DDDC-0AB7-4F41-8650-581DCBDF3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12913" y="2913063"/>
                        <a:ext cx="7110412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35191"/>
              </p:ext>
            </p:extLst>
          </p:nvPr>
        </p:nvGraphicFramePr>
        <p:xfrm>
          <a:off x="1830388" y="3717925"/>
          <a:ext cx="71104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6819723" imgH="335154" progId="Excel.SheetMacroEnabled.12">
                  <p:link updateAutomatic="1"/>
                </p:oleObj>
              </mc:Choice>
              <mc:Fallback>
                <p:oleObj name="Macro-Enabled Worksheet" r:id="rId11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0388" y="3717925"/>
                        <a:ext cx="711041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52840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3779662" imgH="906962" progId="Excel.SheetMacroEnabled.12">
                  <p:link updateAutomatic="1"/>
                </p:oleObj>
              </mc:Choice>
              <mc:Fallback>
                <p:oleObj name="Macro-Enabled Worksheet" r:id="rId14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42541"/>
              </p:ext>
            </p:extLst>
          </p:nvPr>
        </p:nvGraphicFramePr>
        <p:xfrm>
          <a:off x="3694113" y="4876800"/>
          <a:ext cx="32146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3093649" imgH="251578" progId="Excel.SheetMacroEnabled.12">
                  <p:link updateAutomatic="1"/>
                </p:oleObj>
              </mc:Choice>
              <mc:Fallback>
                <p:oleObj name="Macro-Enabled Worksheet" r:id="rId16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73112" y="6362393"/>
            <a:ext cx="2208465" cy="5847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7F89CD-651A-4523-BAC1-712F5F88B523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78C70-3ECB-47E5-B82E-3ED3545C3FB5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568758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22043" imgH="335154" progId="Excel.SheetMacroEnabled.12">
                  <p:link updateAutomatic="1"/>
                </p:oleObj>
              </mc:Choice>
              <mc:Fallback>
                <p:oleObj name="Macro-Enabled Worksheet" r:id="rId5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67764"/>
              </p:ext>
            </p:extLst>
          </p:nvPr>
        </p:nvGraphicFramePr>
        <p:xfrm>
          <a:off x="1839913" y="3565525"/>
          <a:ext cx="71104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819723" imgH="335154" progId="Excel.SheetMacroEnabled.12">
                  <p:link updateAutomatic="1"/>
                </p:oleObj>
              </mc:Choice>
              <mc:Fallback>
                <p:oleObj name="Macro-Enabled Worksheet" r:id="rId7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9913" y="3565525"/>
                        <a:ext cx="7110412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99034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779662" imgH="906962" progId="Excel.SheetMacroEnabled.12">
                  <p:link updateAutomatic="1"/>
                </p:oleObj>
              </mc:Choice>
              <mc:Fallback>
                <p:oleObj name="Macro-Enabled Worksheet" r:id="rId9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72362"/>
              </p:ext>
            </p:extLst>
          </p:nvPr>
        </p:nvGraphicFramePr>
        <p:xfrm>
          <a:off x="3694113" y="4876800"/>
          <a:ext cx="3214687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3093649" imgH="251578" progId="Excel.SheetMacroEnabled.12">
                  <p:link updateAutomatic="1"/>
                </p:oleObj>
              </mc:Choice>
              <mc:Fallback>
                <p:oleObj name="Macro-Enabled Worksheet" r:id="rId11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20572"/>
              </p:ext>
            </p:extLst>
          </p:nvPr>
        </p:nvGraphicFramePr>
        <p:xfrm>
          <a:off x="1830388" y="2341563"/>
          <a:ext cx="71104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6819723" imgH="304879" progId="Excel.SheetMacroEnabled.12">
                  <p:link updateAutomatic="1"/>
                </p:oleObj>
              </mc:Choice>
              <mc:Fallback>
                <p:oleObj name="Macro-Enabled Worksheet" r:id="rId14" imgW="6819723" imgH="304879" progId="Excel.Sheet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A94E6B8-41B2-425D-B6C8-A4B5B1D35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30388" y="2341563"/>
                        <a:ext cx="7110412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324866"/>
              </p:ext>
            </p:extLst>
          </p:nvPr>
        </p:nvGraphicFramePr>
        <p:xfrm>
          <a:off x="1792288" y="2928938"/>
          <a:ext cx="71104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6819723" imgH="312554" progId="Excel.SheetMacroEnabled.12">
                  <p:link updateAutomatic="1"/>
                </p:oleObj>
              </mc:Choice>
              <mc:Fallback>
                <p:oleObj name="Macro-Enabled Worksheet" r:id="rId16" imgW="6819723" imgH="312554" progId="Excel.SheetMacroEnabled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C138D35-4CC4-4B05-BA00-378FB0473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92288" y="2928938"/>
                        <a:ext cx="7110412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653584-A295-45B5-B872-95129987FEBB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FEFC90-5E36-4D99-ABF8-8A7E5BB1829D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16FF9-5789-47F3-BACE-2CA609CF68EA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  <ds:schemaRef ds:uri="25bcabcf-d275-4206-9fb1-2f2d419cd22b"/>
  </ds:schemaRefs>
</ds:datastoreItem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6CDB8D-D856-48F3-9EA2-06EC604F1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110</Words>
  <Application>Microsoft Office PowerPoint</Application>
  <PresentationFormat>Custom</PresentationFormat>
  <Paragraphs>30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8" baseType="lpstr">
      <vt:lpstr>Aharoni</vt:lpstr>
      <vt:lpstr>Calibri</vt:lpstr>
      <vt:lpstr>Microsoft PhagsPa</vt:lpstr>
      <vt:lpstr>Office Theme</vt:lpstr>
      <vt:lpstr>file:///G:\2024-05-04to05-10%20(A5)%20C384400%20NASA\00_Data_Reference.xlsm!pptxCertificate!R9C7:R9C8</vt:lpstr>
      <vt:lpstr>file:///G:\2024-05-04to05-10%20(A5)%20C384400%20NASA\00_Data_Reference.xlsm!pptxCertificate!R2C2:R3C9</vt:lpstr>
      <vt:lpstr>file:///G:\2024-05-04to05-10%20(A5)%20C384400%20NASA\00_Data_Reference.xlsm!pptxCertificate!R4C2:R5C9</vt:lpstr>
      <vt:lpstr>file:///G:\2024-05-04to05-10%20(A5)%20C384400%20NASA\00_Data_Reference.xlsm!pptxCertificate!R7C2:R7C9</vt:lpstr>
      <vt:lpstr>file:///G:\2024-05-04to05-10%20(A5)%20C384400%20NASA\00_Data_Reference.xlsm!pptxCertificate!R13C7:R15C9</vt:lpstr>
      <vt:lpstr>file:///G:\2024-05-04to05-10%20(A5)%20C384400%20NASA\00_Data_Reference.xlsm!pptxCertificate!R11C6:R11C8</vt:lpstr>
      <vt:lpstr>file:///G:\2024-05-04to05-10%20(A5)%20C384400%20NASA\00_Data_Reference.xlsm!pptxCertificate!R9C7:R9C8</vt:lpstr>
      <vt:lpstr>file:///G:\2024-05-04to05-10%20(A5)%20C384400%20NASA\00_Data_Reference.xlsm!pptxCertificate!R7C2:R7C9</vt:lpstr>
      <vt:lpstr>file:///G:\2024-05-04to05-10%20(A5)%20C384400%20NASA\00_Data_Reference.xlsm!pptxCertificate!R13C7:R15C9</vt:lpstr>
      <vt:lpstr>file:///G:\2024-05-04to05-10%20(A5)%20C384400%20NASA\00_Data_Reference.xlsm!pptxCertificate!R11C6:R11C8</vt:lpstr>
      <vt:lpstr>file:///G:\2024-05-04to05-10%20(A5)%20C384400%20NASA\00_Data_Reference.xlsm!pptxCertificate!R2C2:R2C9</vt:lpstr>
      <vt:lpstr>file:///G:\2024-05-04to05-10%20(A5)%20C384400%20NASA\00_Data_Reference.xlsm!pptxCertificate!R4C2:R4C9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Melanie Van Zyl</cp:lastModifiedBy>
  <cp:revision>110</cp:revision>
  <cp:lastPrinted>2017-07-31T10:32:34Z</cp:lastPrinted>
  <dcterms:created xsi:type="dcterms:W3CDTF">2014-06-04T13:42:15Z</dcterms:created>
  <dcterms:modified xsi:type="dcterms:W3CDTF">2025-09-15T04:59:48Z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  <property fmtid="{D5CDD505-2E9C-101B-9397-08002B2CF9AE}" pid="6" name="MediaServiceImageTags">
    <vt:lpwstr/>
  </property>
</Properties>
</file>
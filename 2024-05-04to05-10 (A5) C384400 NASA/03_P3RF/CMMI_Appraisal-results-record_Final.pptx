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authors.xml" ContentType="application/vnd.ms-powerpoint.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"/>
  </p:notesMasterIdLst>
  <p:sldIdLst>
    <p:sldId id="261" r:id="rId2"/>
  </p:sldIdLst>
  <p:sldSz cx="15124113" cy="106981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C148E90-447E-9EF8-84D7-FEF905F3AD35}" name="Kim Palastro" initials="KP" userId="S::kpalastro@isaca.org::d602770a-acca-4113-bb54-422d115ea04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118" autoAdjust="0"/>
  </p:normalViewPr>
  <p:slideViewPr>
    <p:cSldViewPr snapToGrid="0">
      <p:cViewPr varScale="1">
        <p:scale>
          <a:sx n="43" d="100"/>
          <a:sy n="43" d="100"/>
        </p:scale>
        <p:origin x="172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3.xml"/><Relationship Id="rId5" Type="http://schemas.openxmlformats.org/officeDocument/2006/relationships/viewProps" Target="viewProps.xml"/><Relationship Id="rId10" Type="http://schemas.openxmlformats.org/officeDocument/2006/relationships/customXml" Target="../customXml/item2.xml"/><Relationship Id="rId4" Type="http://schemas.openxmlformats.org/officeDocument/2006/relationships/presProps" Target="presProps.xml"/><Relationship Id="rId9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963EBB-826C-42A2-8CE4-7727A9EC7066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143000"/>
            <a:ext cx="4362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E50DF-A19F-49DE-9866-48C44B7B4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494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EE50DF-A19F-49DE-9866-48C44B7B4B1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376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gli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2D67338F-23C2-6B46-00CE-BB8749ED4FB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5140192" cy="10698163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83F74B-0F7C-876F-E690-9D54DACA01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6406" y="4184704"/>
            <a:ext cx="11671300" cy="619771"/>
          </a:xfrm>
          <a:prstGeom prst="rect">
            <a:avLst/>
          </a:prstGeom>
          <a:ln w="12708">
            <a:noFill/>
          </a:ln>
        </p:spPr>
        <p:txBody>
          <a:bodyPr/>
          <a:lstStyle>
            <a:lvl1pPr algn="ctr">
              <a:buNone/>
              <a:defRPr sz="33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{Company Name English}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5AD35DEC-8958-A2A9-FBBA-C2A7E5878E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26406" y="5167146"/>
            <a:ext cx="11671300" cy="418293"/>
          </a:xfrm>
          <a:prstGeom prst="rect">
            <a:avLst/>
          </a:prstGeom>
          <a:ln w="12708">
            <a:noFill/>
          </a:ln>
        </p:spPr>
        <p:txBody>
          <a:bodyPr/>
          <a:lstStyle>
            <a:lvl1pPr algn="ctr">
              <a:buNone/>
              <a:defRPr sz="2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{Organizational Unit English}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3DB0024-F6B0-7EE9-5EDE-5BB6C514A7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26406" y="7547836"/>
            <a:ext cx="11671300" cy="418293"/>
          </a:xfrm>
          <a:prstGeom prst="rect">
            <a:avLst/>
          </a:prstGeom>
          <a:ln w="12708">
            <a:noFill/>
          </a:ln>
        </p:spPr>
        <p:txBody>
          <a:bodyPr/>
          <a:lstStyle>
            <a:lvl1pPr algn="ctr">
              <a:buNone/>
              <a:defRPr sz="2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CMMI {Domain(s)} Maturity Level {#} Valid through {DD/MM/YYYY}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1DBD2B7-7AC4-D745-65EA-B971844541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8206" y="9376636"/>
            <a:ext cx="3187700" cy="237264"/>
          </a:xfrm>
          <a:prstGeom prst="rect">
            <a:avLst/>
          </a:prstGeom>
          <a:ln w="12708">
            <a:noFill/>
          </a:ln>
        </p:spPr>
        <p:txBody>
          <a:bodyPr/>
          <a:lstStyle>
            <a:lvl1pPr algn="ctr">
              <a:buNone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{Appraiser Name}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7958803-A6C1-E344-556B-E1F966B1DC5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404352" y="8356600"/>
            <a:ext cx="2298700" cy="876300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buNone/>
              <a:defRPr sz="1000"/>
            </a:lvl1pPr>
          </a:lstStyle>
          <a:p>
            <a:r>
              <a:rPr lang="en-US"/>
              <a:t>CMMI appraisal mark here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664FA1DE-F1CB-2B29-91F5-C631EDCFE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421060" y="8356600"/>
            <a:ext cx="2298700" cy="876300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buNone/>
              <a:defRPr sz="1000"/>
            </a:lvl1pPr>
          </a:lstStyle>
          <a:p>
            <a:r>
              <a:rPr lang="en-US"/>
              <a:t>Partner logo here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D65C8D59-39A7-EF9D-DEA7-E94173510EA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68206" y="8356600"/>
            <a:ext cx="3187700" cy="834513"/>
          </a:xfrm>
          <a:prstGeom prst="rect">
            <a:avLst/>
          </a:prstGeom>
          <a:ln w="12708">
            <a:noFill/>
          </a:ln>
        </p:spPr>
        <p:txBody>
          <a:bodyPr anchor="b"/>
          <a:lstStyle>
            <a:lvl1pPr algn="ctr">
              <a:buNone/>
              <a:defRPr sz="2600">
                <a:latin typeface="Alex Brush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Signature Here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3523C7-53EF-82C8-238D-B528CA3043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404352" y="9308306"/>
            <a:ext cx="2211386" cy="2372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D7A959-DB80-FCEA-9607-5D91F0B5663B}"/>
              </a:ext>
            </a:extLst>
          </p:cNvPr>
          <p:cNvSpPr txBox="1"/>
          <p:nvPr userDrawn="1"/>
        </p:nvSpPr>
        <p:spPr>
          <a:xfrm>
            <a:off x="9404352" y="9308306"/>
            <a:ext cx="229870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b="1">
                <a:latin typeface="Arial" panose="020B0604020202020204" pitchFamily="34" charset="0"/>
                <a:cs typeface="Arial" panose="020B0604020202020204" pitchFamily="34" charset="0"/>
              </a:rPr>
              <a:t>Verify at </a:t>
            </a:r>
            <a:r>
              <a:rPr lang="en-US" sz="1000" b="1" err="1">
                <a:latin typeface="Arial" panose="020B0604020202020204" pitchFamily="34" charset="0"/>
                <a:cs typeface="Arial" panose="020B0604020202020204" pitchFamily="34" charset="0"/>
              </a:rPr>
              <a:t>pars.cmmiinstitute.com</a:t>
            </a:r>
            <a:endParaRPr lang="en-US" sz="1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235DCB-A67B-5EE3-DCED-0562DBBD15EE}"/>
              </a:ext>
            </a:extLst>
          </p:cNvPr>
          <p:cNvCxnSpPr/>
          <p:nvPr userDrawn="1"/>
        </p:nvCxnSpPr>
        <p:spPr>
          <a:xfrm>
            <a:off x="6619461" y="9264028"/>
            <a:ext cx="20176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3704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8518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1426464" rtl="0" eaLnBrk="1" latinLnBrk="0" hangingPunct="1">
        <a:lnSpc>
          <a:spcPct val="90000"/>
        </a:lnSpc>
        <a:spcBef>
          <a:spcPct val="0"/>
        </a:spcBef>
        <a:buNone/>
        <a:defRPr sz="68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616" indent="-356616" algn="l" defTabSz="1426464" rtl="0" eaLnBrk="1" latinLnBrk="0" hangingPunct="1">
        <a:lnSpc>
          <a:spcPct val="90000"/>
        </a:lnSpc>
        <a:spcBef>
          <a:spcPts val="1560"/>
        </a:spcBef>
        <a:buFont typeface="Arial" panose="020B0604020202020204" pitchFamily="34" charset="0"/>
        <a:buChar char="•"/>
        <a:defRPr sz="4368" kern="1200">
          <a:solidFill>
            <a:schemeClr val="tx1"/>
          </a:solidFill>
          <a:latin typeface="+mn-lt"/>
          <a:ea typeface="+mn-ea"/>
          <a:cs typeface="+mn-cs"/>
        </a:defRPr>
      </a:lvl1pPr>
      <a:lvl2pPr marL="1069848" indent="-356616" algn="l" defTabSz="142646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744" kern="1200">
          <a:solidFill>
            <a:schemeClr val="tx1"/>
          </a:solidFill>
          <a:latin typeface="+mn-lt"/>
          <a:ea typeface="+mn-ea"/>
          <a:cs typeface="+mn-cs"/>
        </a:defRPr>
      </a:lvl2pPr>
      <a:lvl3pPr marL="1783080" indent="-356616" algn="l" defTabSz="142646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3pPr>
      <a:lvl4pPr marL="2496312" indent="-356616" algn="l" defTabSz="142646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8" kern="1200">
          <a:solidFill>
            <a:schemeClr val="tx1"/>
          </a:solidFill>
          <a:latin typeface="+mn-lt"/>
          <a:ea typeface="+mn-ea"/>
          <a:cs typeface="+mn-cs"/>
        </a:defRPr>
      </a:lvl4pPr>
      <a:lvl5pPr marL="3209544" indent="-356616" algn="l" defTabSz="142646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8" kern="1200">
          <a:solidFill>
            <a:schemeClr val="tx1"/>
          </a:solidFill>
          <a:latin typeface="+mn-lt"/>
          <a:ea typeface="+mn-ea"/>
          <a:cs typeface="+mn-cs"/>
        </a:defRPr>
      </a:lvl5pPr>
      <a:lvl6pPr marL="3922776" indent="-356616" algn="l" defTabSz="142646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8" kern="1200">
          <a:solidFill>
            <a:schemeClr val="tx1"/>
          </a:solidFill>
          <a:latin typeface="+mn-lt"/>
          <a:ea typeface="+mn-ea"/>
          <a:cs typeface="+mn-cs"/>
        </a:defRPr>
      </a:lvl6pPr>
      <a:lvl7pPr marL="4636008" indent="-356616" algn="l" defTabSz="142646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8" kern="1200">
          <a:solidFill>
            <a:schemeClr val="tx1"/>
          </a:solidFill>
          <a:latin typeface="+mn-lt"/>
          <a:ea typeface="+mn-ea"/>
          <a:cs typeface="+mn-cs"/>
        </a:defRPr>
      </a:lvl7pPr>
      <a:lvl8pPr marL="5349240" indent="-356616" algn="l" defTabSz="142646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8" kern="1200">
          <a:solidFill>
            <a:schemeClr val="tx1"/>
          </a:solidFill>
          <a:latin typeface="+mn-lt"/>
          <a:ea typeface="+mn-ea"/>
          <a:cs typeface="+mn-cs"/>
        </a:defRPr>
      </a:lvl8pPr>
      <a:lvl9pPr marL="6062472" indent="-356616" algn="l" defTabSz="142646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1pPr>
      <a:lvl2pPr marL="713232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2pPr>
      <a:lvl3pPr marL="1426464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3pPr>
      <a:lvl4pPr marL="2139696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4pPr>
      <a:lvl5pPr marL="2852928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5pPr>
      <a:lvl6pPr marL="3566160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6pPr>
      <a:lvl7pPr marL="4279392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7pPr>
      <a:lvl8pPr marL="4992624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8pPr>
      <a:lvl9pPr marL="5705856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80CFDB-6AB2-A3A2-13B8-5BD04A126C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129FD2-ED3C-5545-4580-DF183C1C5A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197051-CA10-41DE-20EF-18B546A90E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DD7B26-CC10-A401-D95E-F51739E8C3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E1CB167-9D59-03E9-4086-B36DF825F28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D22BC29-673B-A5F2-22B2-CB4E22B238E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CD97734-2C14-5191-92ED-C8D57834BE1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997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36EDE8DC-710F-B748-8FA1-6A62C66DD2B8}" vid="{B6875441-47DE-6A45-812F-C9122B4F5C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41F74863103D4C9C3AA0A07291BB02" ma:contentTypeVersion="18" ma:contentTypeDescription="Create a new document." ma:contentTypeScope="" ma:versionID="45484b46a277026026ff9b53ca67925b">
  <xsd:schema xmlns:xsd="http://www.w3.org/2001/XMLSchema" xmlns:xs="http://www.w3.org/2001/XMLSchema" xmlns:p="http://schemas.microsoft.com/office/2006/metadata/properties" xmlns:ns2="25bcabcf-d275-4206-9fb1-2f2d419cd22b" xmlns:ns3="ec500478-62e0-46fc-87f1-cfa988e486b4" targetNamespace="http://schemas.microsoft.com/office/2006/metadata/properties" ma:root="true" ma:fieldsID="52261f3f84922f81c6d5fc67edbfcfe9" ns2:_="" ns3:_="">
    <xsd:import namespace="25bcabcf-d275-4206-9fb1-2f2d419cd22b"/>
    <xsd:import namespace="ec500478-62e0-46fc-87f1-cfa988e486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bcabcf-d275-4206-9fb1-2f2d419cd2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f35f27a-c890-4130-b78e-bbe546ff31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500478-62e0-46fc-87f1-cfa988e486b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16b899e-718a-4501-bed1-5bdbb6269459}" ma:internalName="TaxCatchAll" ma:showField="CatchAllData" ma:web="ec500478-62e0-46fc-87f1-cfa988e486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500478-62e0-46fc-87f1-cfa988e486b4" xsi:nil="true"/>
    <lcf76f155ced4ddcb4097134ff3c332f xmlns="25bcabcf-d275-4206-9fb1-2f2d419cd22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6BF5D9B-BC67-42C2-B1BF-902B78C30CD3}"/>
</file>

<file path=customXml/itemProps2.xml><?xml version="1.0" encoding="utf-8"?>
<ds:datastoreItem xmlns:ds="http://schemas.openxmlformats.org/officeDocument/2006/customXml" ds:itemID="{85234895-853A-45C2-A6F2-6D9D19162452}"/>
</file>

<file path=customXml/itemProps3.xml><?xml version="1.0" encoding="utf-8"?>
<ds:datastoreItem xmlns:ds="http://schemas.openxmlformats.org/officeDocument/2006/customXml" ds:itemID="{40407965-C651-4BD1-B73F-CB883FBD6F7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</Words>
  <Application>Microsoft Office PowerPoint</Application>
  <PresentationFormat>Custom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Alex Brush</vt:lpstr>
      <vt:lpstr>Aptos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Robison</dc:creator>
  <cp:lastModifiedBy>Pieter van Zyl</cp:lastModifiedBy>
  <cp:revision>3</cp:revision>
  <dcterms:created xsi:type="dcterms:W3CDTF">2025-11-03T03:46:17Z</dcterms:created>
  <dcterms:modified xsi:type="dcterms:W3CDTF">2026-01-12T07:41:41Z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0x010100F041F74863103D4C9C3AA0A07291BB02</vt:lpwstr>
  </property>
</Properties>
</file>
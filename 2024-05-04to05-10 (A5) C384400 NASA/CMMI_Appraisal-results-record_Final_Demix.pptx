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6"/>
  </p:notesMasterIdLst>
  <p:sldIdLst>
    <p:sldId id="261" r:id="rId5"/>
  </p:sldIdLst>
  <p:sldSz cx="15124113" cy="106981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148E90-447E-9EF8-84D7-FEF905F3AD35}" name="Kim Palastro" initials="KP" userId="S::kpalastro@isaca.org::d602770a-acca-4113-bb54-422d115ea0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 Palastro" userId="d602770a-acca-4113-bb54-422d115ea049" providerId="ADAL" clId="{7D65DFB7-320E-4E57-8E39-38DE7BBDBDE3}"/>
    <pc:docChg chg="modSld">
      <pc:chgData name="Kim Palastro" userId="d602770a-acca-4113-bb54-422d115ea049" providerId="ADAL" clId="{7D65DFB7-320E-4E57-8E39-38DE7BBDBDE3}" dt="2025-11-13T13:44:46.486" v="248" actId="20577"/>
      <pc:docMkLst>
        <pc:docMk/>
      </pc:docMkLst>
      <pc:sldChg chg="modSp mod modNotesTx">
        <pc:chgData name="Kim Palastro" userId="d602770a-acca-4113-bb54-422d115ea049" providerId="ADAL" clId="{7D65DFB7-320E-4E57-8E39-38DE7BBDBDE3}" dt="2025-11-13T13:44:46.486" v="248" actId="20577"/>
        <pc:sldMkLst>
          <pc:docMk/>
          <pc:sldMk cId="627997935" sldId="261"/>
        </pc:sldMkLst>
        <pc:spChg chg="mod">
          <ac:chgData name="Kim Palastro" userId="d602770a-acca-4113-bb54-422d115ea049" providerId="ADAL" clId="{7D65DFB7-320E-4E57-8E39-38DE7BBDBDE3}" dt="2025-11-13T13:43:04.549" v="7" actId="20577"/>
          <ac:spMkLst>
            <pc:docMk/>
            <pc:sldMk cId="627997935" sldId="261"/>
            <ac:spMk id="2" creationId="{DD80CFDB-6AB2-A3A2-13B8-5BD04A126CF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963EBB-826C-42A2-8CE4-7727A9EC7066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143000"/>
            <a:ext cx="43624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E50DF-A19F-49DE-9866-48C44B7B4B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9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E50DF-A19F-49DE-9866-48C44B7B4B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376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2D67338F-23C2-6B46-00CE-BB8749ED4F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5140192" cy="1069816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83F74B-0F7C-876F-E690-9D54DACA01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6406" y="4184704"/>
            <a:ext cx="11671300" cy="619771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33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{Company Name English}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AD35DEC-8958-A2A9-FBBA-C2A7E5878E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26406" y="516714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{Organizational Unit English}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3DB0024-F6B0-7EE9-5EDE-5BB6C514A7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26406" y="7547836"/>
            <a:ext cx="11671300" cy="418293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2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CMMI {Domain(s)} Maturity Level {#} Valid through {DD/MM/YYYY}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1DBD2B7-7AC4-D745-65EA-B971844541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68206" y="9376636"/>
            <a:ext cx="3187700" cy="237264"/>
          </a:xfrm>
          <a:prstGeom prst="rect">
            <a:avLst/>
          </a:prstGeom>
          <a:ln w="12708">
            <a:noFill/>
          </a:ln>
        </p:spPr>
        <p:txBody>
          <a:bodyPr/>
          <a:lstStyle>
            <a:lvl1pPr algn="ctr">
              <a:buNone/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{Appraiser Name}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7958803-A6C1-E344-556B-E1F966B1DC5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9404352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CMMI appraisal mark here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64FA1DE-F1CB-2B29-91F5-C631EDCFE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21060" y="8356600"/>
            <a:ext cx="2298700" cy="876300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buNone/>
              <a:defRPr sz="1000"/>
            </a:lvl1pPr>
          </a:lstStyle>
          <a:p>
            <a:r>
              <a:rPr lang="en-US"/>
              <a:t>Partner logo here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65C8D59-39A7-EF9D-DEA7-E94173510EA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206" y="8356600"/>
            <a:ext cx="3187700" cy="834513"/>
          </a:xfrm>
          <a:prstGeom prst="rect">
            <a:avLst/>
          </a:prstGeom>
          <a:ln w="12708">
            <a:noFill/>
          </a:ln>
        </p:spPr>
        <p:txBody>
          <a:bodyPr anchor="b"/>
          <a:lstStyle>
            <a:lvl1pPr algn="ctr">
              <a:buNone/>
              <a:defRPr sz="2600">
                <a:latin typeface="Alex Brush" pitchFamily="2" charset="77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Signature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3523C7-53EF-82C8-238D-B528CA304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404352" y="9308306"/>
            <a:ext cx="2211386" cy="237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D7A959-DB80-FCEA-9607-5D91F0B5663B}"/>
              </a:ext>
            </a:extLst>
          </p:cNvPr>
          <p:cNvSpPr txBox="1"/>
          <p:nvPr userDrawn="1"/>
        </p:nvSpPr>
        <p:spPr>
          <a:xfrm>
            <a:off x="9404352" y="9308306"/>
            <a:ext cx="2298700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b="1">
                <a:latin typeface="Arial" panose="020B0604020202020204" pitchFamily="34" charset="0"/>
                <a:cs typeface="Arial" panose="020B0604020202020204" pitchFamily="34" charset="0"/>
              </a:rPr>
              <a:t>Verify at </a:t>
            </a:r>
            <a:r>
              <a:rPr lang="en-US" sz="1000" b="1" err="1">
                <a:latin typeface="Arial" panose="020B0604020202020204" pitchFamily="34" charset="0"/>
                <a:cs typeface="Arial" panose="020B0604020202020204" pitchFamily="34" charset="0"/>
              </a:rPr>
              <a:t>pars.cmmiinstitute.com</a:t>
            </a:r>
            <a:endParaRPr lang="en-US" sz="1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35DCB-A67B-5EE3-DCED-0562DBBD15EE}"/>
              </a:ext>
            </a:extLst>
          </p:cNvPr>
          <p:cNvCxnSpPr/>
          <p:nvPr userDrawn="1"/>
        </p:nvCxnSpPr>
        <p:spPr>
          <a:xfrm>
            <a:off x="6619461" y="9264028"/>
            <a:ext cx="2017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70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518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1426464" rtl="0" eaLnBrk="1" latinLnBrk="0" hangingPunct="1">
        <a:lnSpc>
          <a:spcPct val="90000"/>
        </a:lnSpc>
        <a:spcBef>
          <a:spcPct val="0"/>
        </a:spcBef>
        <a:buNone/>
        <a:defRPr sz="68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616" indent="-356616" algn="l" defTabSz="1426464" rtl="0" eaLnBrk="1" latinLnBrk="0" hangingPunct="1">
        <a:lnSpc>
          <a:spcPct val="90000"/>
        </a:lnSpc>
        <a:spcBef>
          <a:spcPts val="1560"/>
        </a:spcBef>
        <a:buFont typeface="Arial" panose="020B0604020202020204" pitchFamily="34" charset="0"/>
        <a:buChar char="•"/>
        <a:defRPr sz="4368" kern="1200">
          <a:solidFill>
            <a:schemeClr val="tx1"/>
          </a:solidFill>
          <a:latin typeface="+mn-lt"/>
          <a:ea typeface="+mn-ea"/>
          <a:cs typeface="+mn-cs"/>
        </a:defRPr>
      </a:lvl1pPr>
      <a:lvl2pPr marL="106984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4" kern="1200">
          <a:solidFill>
            <a:schemeClr val="tx1"/>
          </a:solidFill>
          <a:latin typeface="+mn-lt"/>
          <a:ea typeface="+mn-ea"/>
          <a:cs typeface="+mn-cs"/>
        </a:defRPr>
      </a:lvl2pPr>
      <a:lvl3pPr marL="178308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3pPr>
      <a:lvl4pPr marL="249631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3209544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922776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636008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5349240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6062472" indent="-356616" algn="l" defTabSz="1426464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1pPr>
      <a:lvl2pPr marL="71323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2pPr>
      <a:lvl3pPr marL="142646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3pPr>
      <a:lvl4pPr marL="213969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4pPr>
      <a:lvl5pPr marL="2852928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5pPr>
      <a:lvl6pPr marL="3566160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6pPr>
      <a:lvl7pPr marL="4279392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7pPr>
      <a:lvl8pPr marL="4992624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8pPr>
      <a:lvl9pPr marL="5705856" algn="l" defTabSz="1426464" rtl="0" eaLnBrk="1" latinLnBrk="0" hangingPunct="1">
        <a:defRPr sz="28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80CFDB-6AB2-A3A2-13B8-5BD04A126C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29FD2-ED3C-5545-4580-DF183C1C5A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97051-CA10-41DE-20EF-18B546A90E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D7B26-CC10-A401-D95E-F51739E8C3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E1CB167-9D59-03E9-4086-B36DF825F2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7C132133-6598-DE7E-C2F4-95BFC80C62ED}"/>
              </a:ext>
            </a:extLst>
          </p:cNvPr>
          <p:cNvPicPr preferRelativeResize="0">
            <a:picLocks noGrp="1" noChangeAspect="1"/>
          </p:cNvPicPr>
          <p:nvPr>
            <p:ph type="pic" sz="quarter" idx="17"/>
          </p:nvPr>
        </p:nvPicPr>
        <p:blipFill>
          <a:blip r:embed="rId3"/>
          <a:stretch>
            <a:fillRect/>
          </a:stretch>
        </p:blipFill>
        <p:spPr>
          <a:xfrm>
            <a:off x="2479018" y="8341126"/>
            <a:ext cx="3240742" cy="907247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CD97734-2C14-5191-92ED-C8D57834BE1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9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36EDE8DC-710F-B748-8FA1-6A62C66DD2B8}" vid="{B6875441-47DE-6A45-812F-C9122B4F5C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45484b46a277026026ff9b53ca67925b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52261f3f84922f81c6d5fc67edbfcfe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B95CE0-9029-459A-A711-C555FBFD14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ACA804-D774-45B7-953F-EBF785A07169}">
  <ds:schemaRefs>
    <ds:schemaRef ds:uri="25bcabcf-d275-4206-9fb1-2f2d419cd22b"/>
    <ds:schemaRef ds:uri="ec500478-62e0-46fc-87f1-cfa988e486b4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1DA7521-9706-4A83-AB8A-21002D0F6255}">
  <ds:schemaRefs>
    <ds:schemaRef ds:uri="25bcabcf-d275-4206-9fb1-2f2d419cd22b"/>
    <ds:schemaRef ds:uri="ec500478-62e0-46fc-87f1-cfa988e486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</Words>
  <Application>Microsoft Office PowerPoint</Application>
  <PresentationFormat>Custom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Alex Brush</vt:lpstr>
      <vt:lpstr>Aptos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Robison</dc:creator>
  <cp:lastModifiedBy>Melanie Van Zyl</cp:lastModifiedBy>
  <cp:revision>1</cp:revision>
  <dcterms:created xsi:type="dcterms:W3CDTF">2025-11-03T03:46:17Z</dcterms:created>
  <dcterms:modified xsi:type="dcterms:W3CDTF">2026-01-21T12:13:55Z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MediaServiceImageTags">
    <vt:lpwstr/>
  </property>
</Properties>
</file>
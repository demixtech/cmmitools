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6"/>
  </p:notesMasterIdLst>
  <p:sldIdLst>
    <p:sldId id="260" r:id="rId5"/>
  </p:sldIdLst>
  <p:sldSz cx="15124113" cy="10698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148E90-447E-9EF8-84D7-FEF905F3AD35}" name="Kim Palastro" initials="KP" userId="S::kpalastro@isaca.org::d602770a-acca-4113-bb54-422d115ea0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F4B517-F68A-4138-A97D-5B880E0C354E}" v="1" dt="2026-01-27T05:30:39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50" autoAdjust="0"/>
  </p:normalViewPr>
  <p:slideViewPr>
    <p:cSldViewPr snapToGrid="0">
      <p:cViewPr varScale="1">
        <p:scale>
          <a:sx n="78" d="100"/>
          <a:sy n="78" d="100"/>
        </p:scale>
        <p:origin x="6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ies van der Walt" userId="5aa69754-c687-4edd-af1c-2838a2193cd7" providerId="ADAL" clId="{D2633A00-A65D-4F04-893F-7506D2A34F34}"/>
    <pc:docChg chg="modSld">
      <pc:chgData name="Andries van der Walt" userId="5aa69754-c687-4edd-af1c-2838a2193cd7" providerId="ADAL" clId="{D2633A00-A65D-4F04-893F-7506D2A34F34}" dt="2026-01-27T05:30:55.341" v="22" actId="20577"/>
      <pc:docMkLst>
        <pc:docMk/>
      </pc:docMkLst>
      <pc:sldChg chg="addSp delSp modSp mod">
        <pc:chgData name="Andries van der Walt" userId="5aa69754-c687-4edd-af1c-2838a2193cd7" providerId="ADAL" clId="{D2633A00-A65D-4F04-893F-7506D2A34F34}" dt="2026-01-27T05:30:55.341" v="22" actId="20577"/>
        <pc:sldMkLst>
          <pc:docMk/>
          <pc:sldMk cId="3016133339" sldId="260"/>
        </pc:sldMkLst>
        <pc:spChg chg="mod">
          <ac:chgData name="Andries van der Walt" userId="5aa69754-c687-4edd-af1c-2838a2193cd7" providerId="ADAL" clId="{D2633A00-A65D-4F04-893F-7506D2A34F34}" dt="2026-01-27T05:30:55.341" v="22" actId="20577"/>
          <ac:spMkLst>
            <pc:docMk/>
            <pc:sldMk cId="3016133339" sldId="260"/>
            <ac:spMk id="7" creationId="{8B5DBA0C-A4C0-6DAC-D445-8AE7780B5687}"/>
          </ac:spMkLst>
        </pc:spChg>
        <pc:spChg chg="del">
          <ac:chgData name="Andries van der Walt" userId="5aa69754-c687-4edd-af1c-2838a2193cd7" providerId="ADAL" clId="{D2633A00-A65D-4F04-893F-7506D2A34F34}" dt="2026-01-27T05:30:39.256" v="0" actId="931"/>
          <ac:spMkLst>
            <pc:docMk/>
            <pc:sldMk cId="3016133339" sldId="260"/>
            <ac:spMk id="8" creationId="{6B999628-AE60-149E-3536-434A6823A8BB}"/>
          </ac:spMkLst>
        </pc:spChg>
        <pc:picChg chg="add mod">
          <ac:chgData name="Andries van der Walt" userId="5aa69754-c687-4edd-af1c-2838a2193cd7" providerId="ADAL" clId="{D2633A00-A65D-4F04-893F-7506D2A34F34}" dt="2026-01-27T05:30:39.256" v="0" actId="931"/>
          <ac:picMkLst>
            <pc:docMk/>
            <pc:sldMk cId="3016133339" sldId="260"/>
            <ac:picMk id="12" creationId="{5E5D1C92-A3F6-74A6-37C3-1D93F0644AA2}"/>
          </ac:picMkLst>
        </pc:picChg>
      </pc:sldChg>
    </pc:docChg>
  </pc:docChgLst>
  <pc:docChgLst>
    <pc:chgData name="Melanie Spies" userId="ef25dda8-0341-4aab-b4c7-f9ee53be8909" providerId="ADAL" clId="{58349FDB-4F03-45F7-9587-A31371CABC64}"/>
    <pc:docChg chg="custSel modSld">
      <pc:chgData name="Melanie Spies" userId="ef25dda8-0341-4aab-b4c7-f9ee53be8909" providerId="ADAL" clId="{58349FDB-4F03-45F7-9587-A31371CABC64}" dt="2026-01-21T12:13:56.256" v="1"/>
      <pc:docMkLst>
        <pc:docMk/>
      </pc:docMkLst>
      <pc:sldChg chg="addSp delSp modSp mod">
        <pc:chgData name="Melanie Spies" userId="ef25dda8-0341-4aab-b4c7-f9ee53be8909" providerId="ADAL" clId="{58349FDB-4F03-45F7-9587-A31371CABC64}" dt="2026-01-21T12:13:56.256" v="1"/>
        <pc:sldMkLst>
          <pc:docMk/>
          <pc:sldMk cId="3016133339" sldId="260"/>
        </pc:sldMkLst>
        <pc:picChg chg="add mod">
          <ac:chgData name="Melanie Spies" userId="ef25dda8-0341-4aab-b4c7-f9ee53be8909" providerId="ADAL" clId="{58349FDB-4F03-45F7-9587-A31371CABC64}" dt="2026-01-21T12:13:56.256" v="1"/>
          <ac:picMkLst>
            <pc:docMk/>
            <pc:sldMk cId="3016133339" sldId="260"/>
            <ac:picMk id="11" creationId="{E5DAA52C-6A1D-8D17-3455-9D6E834256A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A3405-B90B-4F79-AE1D-A0ED9550881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FF92E-BADF-4111-9659-832F7424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9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FF92E-BADF-4111-9659-832F742456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8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glish + Chinee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2D67338F-23C2-6B46-00CE-BB8749ED4F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5140192" cy="1069816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83F74B-0F7C-876F-E690-9D54DACA0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6406" y="4184704"/>
            <a:ext cx="11671300" cy="619771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33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{Company Name English}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44DCF18-5ECE-8350-B1E4-DB53C4DFC2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26406" y="4820134"/>
            <a:ext cx="11671300" cy="619771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33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{Company Name Chinese}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AD35DEC-8958-A2A9-FBBA-C2A7E5878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26406" y="5781029"/>
            <a:ext cx="11671300" cy="418293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{Organizational Unit English}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41DFFA6-FE46-CEA9-AC0B-F5A60C283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26406" y="6214982"/>
            <a:ext cx="11671300" cy="418293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{Organizational Unit Chinese}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3DB0024-F6B0-7EE9-5EDE-5BB6C514A7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26406" y="7547836"/>
            <a:ext cx="11671300" cy="418293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CMMI {Domain(s)} Maturity Level {#} Valid through {DD/MM/YYYY}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1DBD2B7-7AC4-D745-65EA-B971844541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8206" y="9376636"/>
            <a:ext cx="3187700" cy="237264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{Appraiser Name}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7958803-A6C1-E344-556B-E1F966B1DC5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404352" y="8356600"/>
            <a:ext cx="2298700" cy="8763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buNone/>
              <a:defRPr sz="1000"/>
            </a:lvl1pPr>
          </a:lstStyle>
          <a:p>
            <a:r>
              <a:rPr lang="en-US"/>
              <a:t>CMMI appraisal mark here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64FA1DE-F1CB-2B29-91F5-C631EDCFE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21060" y="8356600"/>
            <a:ext cx="2298700" cy="8763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buNone/>
              <a:defRPr sz="1000"/>
            </a:lvl1pPr>
          </a:lstStyle>
          <a:p>
            <a:r>
              <a:rPr lang="en-US"/>
              <a:t>Partner logo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65C8D59-39A7-EF9D-DEA7-E94173510E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206" y="8356600"/>
            <a:ext cx="3187700" cy="834513"/>
          </a:xfrm>
          <a:prstGeom prst="rect">
            <a:avLst/>
          </a:prstGeom>
          <a:ln w="12708">
            <a:noFill/>
          </a:ln>
        </p:spPr>
        <p:txBody>
          <a:bodyPr anchor="b"/>
          <a:lstStyle>
            <a:lvl1pPr algn="ctr">
              <a:buNone/>
              <a:defRPr sz="2600">
                <a:latin typeface="Alex Bru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Signature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3523C7-53EF-82C8-238D-B528CA3043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404352" y="9308306"/>
            <a:ext cx="2211386" cy="237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7A959-DB80-FCEA-9607-5D91F0B5663B}"/>
              </a:ext>
            </a:extLst>
          </p:cNvPr>
          <p:cNvSpPr txBox="1"/>
          <p:nvPr userDrawn="1"/>
        </p:nvSpPr>
        <p:spPr>
          <a:xfrm>
            <a:off x="9404352" y="9308306"/>
            <a:ext cx="2298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Arial" panose="020B0604020202020204" pitchFamily="34" charset="0"/>
                <a:cs typeface="Arial" panose="020B0604020202020204" pitchFamily="34" charset="0"/>
              </a:rPr>
              <a:t>Verify at </a:t>
            </a:r>
            <a:r>
              <a:rPr lang="en-US" sz="1000" b="1" err="1">
                <a:latin typeface="Arial" panose="020B0604020202020204" pitchFamily="34" charset="0"/>
                <a:cs typeface="Arial" panose="020B0604020202020204" pitchFamily="34" charset="0"/>
              </a:rPr>
              <a:t>pars.cmmiinstitute.com</a:t>
            </a:r>
            <a:endParaRPr lang="en-US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06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2D67338F-23C2-6B46-00CE-BB8749ED4F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5140192" cy="1069816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83F74B-0F7C-876F-E690-9D54DACA0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6406" y="4184704"/>
            <a:ext cx="11671300" cy="619771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33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{Company Name English}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AD35DEC-8958-A2A9-FBBA-C2A7E5878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26406" y="5167146"/>
            <a:ext cx="11671300" cy="418293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{Organizational Unit English}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3DB0024-F6B0-7EE9-5EDE-5BB6C514A7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26406" y="7547836"/>
            <a:ext cx="11671300" cy="418293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CMMI {Domain(s)} Maturity Level {#} Valid through {DD/MM/YYYY}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1DBD2B7-7AC4-D745-65EA-B971844541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8206" y="9376636"/>
            <a:ext cx="3187700" cy="237264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{Appraiser Name}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7958803-A6C1-E344-556B-E1F966B1DC5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404352" y="8356600"/>
            <a:ext cx="2298700" cy="8763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buNone/>
              <a:defRPr sz="1000"/>
            </a:lvl1pPr>
          </a:lstStyle>
          <a:p>
            <a:r>
              <a:rPr lang="en-US"/>
              <a:t>CMMI appraisal mark here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64FA1DE-F1CB-2B29-91F5-C631EDCFE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21060" y="8356600"/>
            <a:ext cx="2298700" cy="8763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buNone/>
              <a:defRPr sz="1000"/>
            </a:lvl1pPr>
          </a:lstStyle>
          <a:p>
            <a:r>
              <a:rPr lang="en-US"/>
              <a:t>Partner logo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65C8D59-39A7-EF9D-DEA7-E94173510E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206" y="8356600"/>
            <a:ext cx="3187700" cy="834513"/>
          </a:xfrm>
          <a:prstGeom prst="rect">
            <a:avLst/>
          </a:prstGeom>
          <a:ln w="12708">
            <a:noFill/>
          </a:ln>
        </p:spPr>
        <p:txBody>
          <a:bodyPr anchor="b"/>
          <a:lstStyle>
            <a:lvl1pPr algn="ctr">
              <a:buNone/>
              <a:defRPr sz="2600">
                <a:latin typeface="Alex Bru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Signature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3523C7-53EF-82C8-238D-B528CA3043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404352" y="9308306"/>
            <a:ext cx="2211386" cy="237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7A959-DB80-FCEA-9607-5D91F0B5663B}"/>
              </a:ext>
            </a:extLst>
          </p:cNvPr>
          <p:cNvSpPr txBox="1"/>
          <p:nvPr userDrawn="1"/>
        </p:nvSpPr>
        <p:spPr>
          <a:xfrm>
            <a:off x="9404352" y="9308306"/>
            <a:ext cx="22987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Arial" panose="020B0604020202020204" pitchFamily="34" charset="0"/>
                <a:cs typeface="Arial" panose="020B0604020202020204" pitchFamily="34" charset="0"/>
              </a:rPr>
              <a:t>Verify at </a:t>
            </a:r>
            <a:r>
              <a:rPr lang="en-US" sz="1000" b="1" err="1">
                <a:latin typeface="Arial" panose="020B0604020202020204" pitchFamily="34" charset="0"/>
                <a:cs typeface="Arial" panose="020B0604020202020204" pitchFamily="34" charset="0"/>
              </a:rPr>
              <a:t>pars.cmmiinstitute.com</a:t>
            </a:r>
            <a:endParaRPr lang="en-US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35DCB-A67B-5EE3-DCED-0562DBBD15EE}"/>
              </a:ext>
            </a:extLst>
          </p:cNvPr>
          <p:cNvCxnSpPr/>
          <p:nvPr userDrawn="1"/>
        </p:nvCxnSpPr>
        <p:spPr>
          <a:xfrm>
            <a:off x="6619461" y="9264028"/>
            <a:ext cx="2017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70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51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1426464" rtl="0" eaLnBrk="1" latinLnBrk="0" hangingPunct="1">
        <a:lnSpc>
          <a:spcPct val="90000"/>
        </a:lnSpc>
        <a:spcBef>
          <a:spcPct val="0"/>
        </a:spcBef>
        <a:buNone/>
        <a:defRPr sz="68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616" indent="-356616" algn="l" defTabSz="1426464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4368" kern="1200">
          <a:solidFill>
            <a:schemeClr val="tx1"/>
          </a:solidFill>
          <a:latin typeface="+mn-lt"/>
          <a:ea typeface="+mn-ea"/>
          <a:cs typeface="+mn-cs"/>
        </a:defRPr>
      </a:lvl1pPr>
      <a:lvl2pPr marL="1069848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4" kern="1200">
          <a:solidFill>
            <a:schemeClr val="tx1"/>
          </a:solidFill>
          <a:latin typeface="+mn-lt"/>
          <a:ea typeface="+mn-ea"/>
          <a:cs typeface="+mn-cs"/>
        </a:defRPr>
      </a:lvl2pPr>
      <a:lvl3pPr marL="1783080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3pPr>
      <a:lvl4pPr marL="2496312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4pPr>
      <a:lvl5pPr marL="3209544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5pPr>
      <a:lvl6pPr marL="3922776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6pPr>
      <a:lvl7pPr marL="4636008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7pPr>
      <a:lvl8pPr marL="5349240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8pPr>
      <a:lvl9pPr marL="6062472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1pPr>
      <a:lvl2pPr marL="713232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2pPr>
      <a:lvl3pPr marL="1426464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3pPr>
      <a:lvl4pPr marL="2139696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4pPr>
      <a:lvl5pPr marL="2852928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5pPr>
      <a:lvl6pPr marL="3566160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6pPr>
      <a:lvl7pPr marL="4279392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7pPr>
      <a:lvl8pPr marL="4992624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8pPr>
      <a:lvl9pPr marL="5705856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046178-A028-7663-89F5-22889A18F2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356235" indent="-356235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79A74-F1C5-5CA7-CEEE-1BC3FC1260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66124-BF1D-EB39-749D-A5D5109FF0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A39F0C-43D1-5452-58B7-6AD0DAAAE7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BCDB02-F751-7433-49A7-14B33E59EF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5DBA0C-A4C0-6DAC-D445-8AE7780B5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Andries J van </a:t>
            </a:r>
            <a:r>
              <a:rPr lang="en-US"/>
              <a:t>der Walt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5E5D1C92-A3F6-74A6-37C3-1D93F0644AA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/>
          <a:srcRect l="2476" r="2476"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7EA118E-350E-4A84-2008-18A0D58D59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Placeholder 9">
            <a:extLst>
              <a:ext uri="{FF2B5EF4-FFF2-40B4-BE49-F238E27FC236}">
                <a16:creationId xmlns:a16="http://schemas.microsoft.com/office/drawing/2014/main" id="{E5DAA52C-6A1D-8D17-3455-9D6E834256AF}"/>
              </a:ext>
            </a:extLst>
          </p:cNvPr>
          <p:cNvPicPr preferRelativeResize="0">
            <a:picLocks noGrp="1" noChangeAspect="1"/>
          </p:cNvPicPr>
          <p:nvPr>
            <p:ph type="pic" sz="quarter" idx="17"/>
          </p:nvPr>
        </p:nvPicPr>
        <p:blipFill>
          <a:blip r:embed="rId4"/>
          <a:stretch>
            <a:fillRect/>
          </a:stretch>
        </p:blipFill>
        <p:spPr>
          <a:xfrm>
            <a:off x="2479018" y="8341126"/>
            <a:ext cx="3240742" cy="907247"/>
          </a:xfrm>
        </p:spPr>
      </p:pic>
    </p:spTree>
    <p:extLst>
      <p:ext uri="{BB962C8B-B14F-4D97-AF65-F5344CB8AC3E}">
        <p14:creationId xmlns:p14="http://schemas.microsoft.com/office/powerpoint/2010/main" val="3016133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6EDE8DC-710F-B748-8FA1-6A62C66DD2B8}" vid="{B6875441-47DE-6A45-812F-C9122B4F5C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45484b46a277026026ff9b53ca67925b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52261f3f84922f81c6d5fc67edbfcfe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385FB98-9B53-4B8C-9F6A-C1A9A5781A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bcabcf-d275-4206-9fb1-2f2d419cd22b"/>
    <ds:schemaRef ds:uri="ec500478-62e0-46fc-87f1-cfa988e486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DDBFAD-F995-492D-930E-7450B6F7AF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E4A020-74BC-4D28-82F6-98994A8DAD9E}">
  <ds:schemaRefs>
    <ds:schemaRef ds:uri="http://schemas.microsoft.com/office/2006/metadata/properties"/>
    <ds:schemaRef ds:uri="25bcabcf-d275-4206-9fb1-2f2d419cd22b"/>
    <ds:schemaRef ds:uri="http://purl.org/dc/terms/"/>
    <ds:schemaRef ds:uri="ec500478-62e0-46fc-87f1-cfa988e486b4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6</Words>
  <Application>Microsoft Office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Alex Brush</vt:lpstr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Robison</dc:creator>
  <cp:lastModifiedBy>Andries van der Walt</cp:lastModifiedBy>
  <cp:revision>2</cp:revision>
  <dcterms:created xsi:type="dcterms:W3CDTF">2025-11-03T03:46:17Z</dcterms:created>
  <dcterms:modified xsi:type="dcterms:W3CDTF">2026-01-27T05:30:58Z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MediaServiceImageTags">
    <vt:lpwstr/>
  </property>
</Properties>
</file>
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4"/>
  </p:notesMasterIdLst>
  <p:handoutMasterIdLst>
    <p:handoutMasterId r:id="rId55"/>
  </p:handoutMasterIdLst>
  <p:sldIdLst>
    <p:sldId id="256" r:id="rId5"/>
    <p:sldId id="911" r:id="rId6"/>
    <p:sldId id="270" r:id="rId7"/>
    <p:sldId id="913" r:id="rId8"/>
    <p:sldId id="273" r:id="rId9"/>
    <p:sldId id="310" r:id="rId10"/>
    <p:sldId id="916" r:id="rId11"/>
    <p:sldId id="274" r:id="rId12"/>
    <p:sldId id="914" r:id="rId13"/>
    <p:sldId id="926" r:id="rId14"/>
    <p:sldId id="927" r:id="rId15"/>
    <p:sldId id="912" r:id="rId16"/>
    <p:sldId id="909" r:id="rId17"/>
    <p:sldId id="887" r:id="rId18"/>
    <p:sldId id="908" r:id="rId19"/>
    <p:sldId id="888" r:id="rId20"/>
    <p:sldId id="921" r:id="rId21"/>
    <p:sldId id="933" r:id="rId22"/>
    <p:sldId id="934" r:id="rId23"/>
    <p:sldId id="889" r:id="rId24"/>
    <p:sldId id="937" r:id="rId25"/>
    <p:sldId id="930" r:id="rId26"/>
    <p:sldId id="935" r:id="rId27"/>
    <p:sldId id="890" r:id="rId28"/>
    <p:sldId id="891" r:id="rId29"/>
    <p:sldId id="892" r:id="rId30"/>
    <p:sldId id="922" r:id="rId31"/>
    <p:sldId id="894" r:id="rId32"/>
    <p:sldId id="931" r:id="rId33"/>
    <p:sldId id="895" r:id="rId34"/>
    <p:sldId id="896" r:id="rId35"/>
    <p:sldId id="897" r:id="rId36"/>
    <p:sldId id="898" r:id="rId37"/>
    <p:sldId id="899" r:id="rId38"/>
    <p:sldId id="900" r:id="rId39"/>
    <p:sldId id="901" r:id="rId40"/>
    <p:sldId id="902" r:id="rId41"/>
    <p:sldId id="903" r:id="rId42"/>
    <p:sldId id="904" r:id="rId43"/>
    <p:sldId id="924" r:id="rId44"/>
    <p:sldId id="925" r:id="rId45"/>
    <p:sldId id="905" r:id="rId46"/>
    <p:sldId id="906" r:id="rId47"/>
    <p:sldId id="907" r:id="rId48"/>
    <p:sldId id="938" r:id="rId49"/>
    <p:sldId id="910" r:id="rId50"/>
    <p:sldId id="919" r:id="rId51"/>
    <p:sldId id="360" r:id="rId52"/>
    <p:sldId id="298"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817D1D-FEAA-7E54-3D84-A4E26347BA90}" name="Kileen Harrison" initials="KH" userId="S::kharrison@isaca.org::89ac2612-4752-4200-addf-974bba168746" providerId="AD"/>
  <p188:author id="{EA317777-B1FA-8D45-3488-46C03ADBAAEF}" name="Jennifer Nuessen" initials="JN" userId="S::jnuessen@isaca.org::f3510c20-912a-427b-b845-0a6871564ca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extLst>
      <p:ext uri="{19B8F6BF-5375-455C-9EA6-DF929625EA0E}">
        <p15:presenceInfo xmlns:p15="http://schemas.microsoft.com/office/powerpoint/2012/main" userId="S::kharrison@cmmiinstitute.com::066fb363-8edf-4a5b-8ebc-c72612b5523d" providerId="AD"/>
      </p:ext>
    </p:extLst>
  </p:cmAuthor>
  <p:cmAuthor id="2" name="Kileen Harrison" initials="KH [2]" lastIdx="31" clrIdx="1">
    <p:extLst>
      <p:ext uri="{19B8F6BF-5375-455C-9EA6-DF929625EA0E}">
        <p15:presenceInfo xmlns:p15="http://schemas.microsoft.com/office/powerpoint/2012/main" userId="S::kharrison@isaca.org::89ac2612-4752-4200-addf-974bba16874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C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22" autoAdjust="0"/>
    <p:restoredTop sz="67085" autoAdjust="0"/>
  </p:normalViewPr>
  <p:slideViewPr>
    <p:cSldViewPr snapToGrid="0">
      <p:cViewPr varScale="1">
        <p:scale>
          <a:sx n="57" d="100"/>
          <a:sy n="57" d="100"/>
        </p:scale>
        <p:origin x="869" y="58"/>
      </p:cViewPr>
      <p:guideLst/>
    </p:cSldViewPr>
  </p:slideViewPr>
  <p:outlineViewPr>
    <p:cViewPr>
      <p:scale>
        <a:sx n="33" d="100"/>
        <a:sy n="33" d="100"/>
      </p:scale>
      <p:origin x="0" y="-14832"/>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leen Harrison" userId="89ac2612-4752-4200-addf-974bba168746" providerId="ADAL" clId="{EBCC81C8-159F-494D-9232-E04462CE014E}"/>
    <pc:docChg chg="custSel delSld modSld sldOrd modMainMaster">
      <pc:chgData name="Kileen Harrison" userId="89ac2612-4752-4200-addf-974bba168746" providerId="ADAL" clId="{EBCC81C8-159F-494D-9232-E04462CE014E}" dt="2023-12-18T16:20:55.110" v="1693" actId="20577"/>
      <pc:docMkLst>
        <pc:docMk/>
      </pc:docMkLst>
      <pc:sldChg chg="modSp mod">
        <pc:chgData name="Kileen Harrison" userId="89ac2612-4752-4200-addf-974bba168746" providerId="ADAL" clId="{EBCC81C8-159F-494D-9232-E04462CE014E}" dt="2023-12-18T16:06:52.923" v="915" actId="20577"/>
        <pc:sldMkLst>
          <pc:docMk/>
          <pc:sldMk cId="2658625538" sldId="256"/>
        </pc:sldMkLst>
        <pc:spChg chg="mod">
          <ac:chgData name="Kileen Harrison" userId="89ac2612-4752-4200-addf-974bba168746" providerId="ADAL" clId="{EBCC81C8-159F-494D-9232-E04462CE014E}" dt="2023-12-18T16:06:52.923" v="915" actId="20577"/>
          <ac:spMkLst>
            <pc:docMk/>
            <pc:sldMk cId="2658625538" sldId="256"/>
            <ac:spMk id="3" creationId="{4A744A72-6422-8E46-A8FD-67BB1284C871}"/>
          </ac:spMkLst>
        </pc:spChg>
      </pc:sldChg>
      <pc:sldChg chg="modSp mod">
        <pc:chgData name="Kileen Harrison" userId="89ac2612-4752-4200-addf-974bba168746" providerId="ADAL" clId="{EBCC81C8-159F-494D-9232-E04462CE014E}" dt="2023-12-18T16:14:01.922" v="1276" actId="20577"/>
        <pc:sldMkLst>
          <pc:docMk/>
          <pc:sldMk cId="1113740600" sldId="273"/>
        </pc:sldMkLst>
        <pc:spChg chg="mod">
          <ac:chgData name="Kileen Harrison" userId="89ac2612-4752-4200-addf-974bba168746" providerId="ADAL" clId="{EBCC81C8-159F-494D-9232-E04462CE014E}" dt="2023-12-18T16:14:01.922" v="1276" actId="20577"/>
          <ac:spMkLst>
            <pc:docMk/>
            <pc:sldMk cId="1113740600" sldId="273"/>
            <ac:spMk id="19458" creationId="{00000000-0000-0000-0000-000000000000}"/>
          </ac:spMkLst>
        </pc:spChg>
      </pc:sldChg>
      <pc:sldChg chg="modSp mod modNotesTx">
        <pc:chgData name="Kileen Harrison" userId="89ac2612-4752-4200-addf-974bba168746" providerId="ADAL" clId="{EBCC81C8-159F-494D-9232-E04462CE014E}" dt="2023-12-18T16:14:54.692" v="1283" actId="20577"/>
        <pc:sldMkLst>
          <pc:docMk/>
          <pc:sldMk cId="2361070337" sldId="274"/>
        </pc:sldMkLst>
        <pc:spChg chg="mod">
          <ac:chgData name="Kileen Harrison" userId="89ac2612-4752-4200-addf-974bba168746" providerId="ADAL" clId="{EBCC81C8-159F-494D-9232-E04462CE014E}" dt="2023-12-18T16:14:54.692" v="1283" actId="20577"/>
          <ac:spMkLst>
            <pc:docMk/>
            <pc:sldMk cId="2361070337" sldId="274"/>
            <ac:spMk id="5" creationId="{00000000-0000-0000-0000-000000000000}"/>
          </ac:spMkLst>
        </pc:spChg>
        <pc:spChg chg="mod">
          <ac:chgData name="Kileen Harrison" userId="89ac2612-4752-4200-addf-974bba168746" providerId="ADAL" clId="{EBCC81C8-159F-494D-9232-E04462CE014E}" dt="2023-12-13T19:47:37.399" v="529" actId="20577"/>
          <ac:spMkLst>
            <pc:docMk/>
            <pc:sldMk cId="2361070337" sldId="274"/>
            <ac:spMk id="21505" creationId="{00000000-0000-0000-0000-000000000000}"/>
          </ac:spMkLst>
        </pc:spChg>
      </pc:sldChg>
      <pc:sldChg chg="modSp mod">
        <pc:chgData name="Kileen Harrison" userId="89ac2612-4752-4200-addf-974bba168746" providerId="ADAL" clId="{EBCC81C8-159F-494D-9232-E04462CE014E}" dt="2023-12-13T16:38:11.101" v="453" actId="20577"/>
        <pc:sldMkLst>
          <pc:docMk/>
          <pc:sldMk cId="268292825" sldId="887"/>
        </pc:sldMkLst>
        <pc:spChg chg="mod">
          <ac:chgData name="Kileen Harrison" userId="89ac2612-4752-4200-addf-974bba168746" providerId="ADAL" clId="{EBCC81C8-159F-494D-9232-E04462CE014E}" dt="2023-12-13T16:38:11.101" v="453" actId="20577"/>
          <ac:spMkLst>
            <pc:docMk/>
            <pc:sldMk cId="268292825" sldId="887"/>
            <ac:spMk id="3" creationId="{FD22BCE7-6CE6-6F44-A06D-0ED3A68264D7}"/>
          </ac:spMkLst>
        </pc:spChg>
      </pc:sldChg>
      <pc:sldChg chg="modSp mod">
        <pc:chgData name="Kileen Harrison" userId="89ac2612-4752-4200-addf-974bba168746" providerId="ADAL" clId="{EBCC81C8-159F-494D-9232-E04462CE014E}" dt="2023-12-13T16:43:29.703" v="455" actId="20577"/>
        <pc:sldMkLst>
          <pc:docMk/>
          <pc:sldMk cId="201728931" sldId="889"/>
        </pc:sldMkLst>
        <pc:spChg chg="mod">
          <ac:chgData name="Kileen Harrison" userId="89ac2612-4752-4200-addf-974bba168746" providerId="ADAL" clId="{EBCC81C8-159F-494D-9232-E04462CE014E}" dt="2023-12-13T16:43:29.703" v="455" actId="20577"/>
          <ac:spMkLst>
            <pc:docMk/>
            <pc:sldMk cId="201728931" sldId="889"/>
            <ac:spMk id="5" creationId="{D651944C-A577-BE40-86BE-7F08B25152B1}"/>
          </ac:spMkLst>
        </pc:spChg>
      </pc:sldChg>
      <pc:sldChg chg="modSp mod">
        <pc:chgData name="Kileen Harrison" userId="89ac2612-4752-4200-addf-974bba168746" providerId="ADAL" clId="{EBCC81C8-159F-494D-9232-E04462CE014E}" dt="2023-12-13T16:51:32.038" v="470" actId="20577"/>
        <pc:sldMkLst>
          <pc:docMk/>
          <pc:sldMk cId="1379169773" sldId="891"/>
        </pc:sldMkLst>
        <pc:spChg chg="mod">
          <ac:chgData name="Kileen Harrison" userId="89ac2612-4752-4200-addf-974bba168746" providerId="ADAL" clId="{EBCC81C8-159F-494D-9232-E04462CE014E}" dt="2023-12-13T16:51:32.038" v="470" actId="20577"/>
          <ac:spMkLst>
            <pc:docMk/>
            <pc:sldMk cId="1379169773" sldId="891"/>
            <ac:spMk id="5" creationId="{C7447B46-1B43-2341-808A-5B2FCADE4031}"/>
          </ac:spMkLst>
        </pc:spChg>
      </pc:sldChg>
      <pc:sldChg chg="modSp mod">
        <pc:chgData name="Kileen Harrison" userId="89ac2612-4752-4200-addf-974bba168746" providerId="ADAL" clId="{EBCC81C8-159F-494D-9232-E04462CE014E}" dt="2023-12-13T17:44:09.002" v="503" actId="20577"/>
        <pc:sldMkLst>
          <pc:docMk/>
          <pc:sldMk cId="1383232642" sldId="903"/>
        </pc:sldMkLst>
        <pc:spChg chg="mod">
          <ac:chgData name="Kileen Harrison" userId="89ac2612-4752-4200-addf-974bba168746" providerId="ADAL" clId="{EBCC81C8-159F-494D-9232-E04462CE014E}" dt="2023-12-13T17:44:09.002" v="503" actId="20577"/>
          <ac:spMkLst>
            <pc:docMk/>
            <pc:sldMk cId="1383232642" sldId="903"/>
            <ac:spMk id="9" creationId="{28877B3D-5089-C64D-BC81-EDE247A11522}"/>
          </ac:spMkLst>
        </pc:spChg>
      </pc:sldChg>
      <pc:sldChg chg="modSp mod ord">
        <pc:chgData name="Kileen Harrison" userId="89ac2612-4752-4200-addf-974bba168746" providerId="ADAL" clId="{EBCC81C8-159F-494D-9232-E04462CE014E}" dt="2023-12-13T16:31:37.398" v="445" actId="20577"/>
        <pc:sldMkLst>
          <pc:docMk/>
          <pc:sldMk cId="1069073450" sldId="908"/>
        </pc:sldMkLst>
        <pc:spChg chg="mod">
          <ac:chgData name="Kileen Harrison" userId="89ac2612-4752-4200-addf-974bba168746" providerId="ADAL" clId="{EBCC81C8-159F-494D-9232-E04462CE014E}" dt="2023-12-13T16:31:37.398" v="445" actId="20577"/>
          <ac:spMkLst>
            <pc:docMk/>
            <pc:sldMk cId="1069073450" sldId="908"/>
            <ac:spMk id="6" creationId="{E66A84BB-951D-184B-B18F-2620075A6892}"/>
          </ac:spMkLst>
        </pc:spChg>
      </pc:sldChg>
      <pc:sldChg chg="modSp mod">
        <pc:chgData name="Kileen Harrison" userId="89ac2612-4752-4200-addf-974bba168746" providerId="ADAL" clId="{EBCC81C8-159F-494D-9232-E04462CE014E}" dt="2023-12-18T16:18:47.233" v="1420" actId="207"/>
        <pc:sldMkLst>
          <pc:docMk/>
          <pc:sldMk cId="1503336543" sldId="909"/>
        </pc:sldMkLst>
        <pc:spChg chg="mod">
          <ac:chgData name="Kileen Harrison" userId="89ac2612-4752-4200-addf-974bba168746" providerId="ADAL" clId="{EBCC81C8-159F-494D-9232-E04462CE014E}" dt="2023-12-18T16:18:47.233" v="1420" actId="207"/>
          <ac:spMkLst>
            <pc:docMk/>
            <pc:sldMk cId="1503336543" sldId="909"/>
            <ac:spMk id="5" creationId="{7A8FAE01-4BC4-F042-AE37-C7166A83CB47}"/>
          </ac:spMkLst>
        </pc:spChg>
      </pc:sldChg>
      <pc:sldChg chg="modNotesTx">
        <pc:chgData name="Kileen Harrison" userId="89ac2612-4752-4200-addf-974bba168746" providerId="ADAL" clId="{EBCC81C8-159F-494D-9232-E04462CE014E}" dt="2023-12-13T21:15:12.392" v="533" actId="20577"/>
        <pc:sldMkLst>
          <pc:docMk/>
          <pc:sldMk cId="3098931767" sldId="911"/>
        </pc:sldMkLst>
      </pc:sldChg>
      <pc:sldChg chg="addSp modSp mod">
        <pc:chgData name="Kileen Harrison" userId="89ac2612-4752-4200-addf-974bba168746" providerId="ADAL" clId="{EBCC81C8-159F-494D-9232-E04462CE014E}" dt="2023-12-13T15:17:40.478" v="128" actId="20577"/>
        <pc:sldMkLst>
          <pc:docMk/>
          <pc:sldMk cId="2707522227" sldId="912"/>
        </pc:sldMkLst>
        <pc:spChg chg="add mod">
          <ac:chgData name="Kileen Harrison" userId="89ac2612-4752-4200-addf-974bba168746" providerId="ADAL" clId="{EBCC81C8-159F-494D-9232-E04462CE014E}" dt="2023-12-13T15:17:40.478" v="128" actId="20577"/>
          <ac:spMkLst>
            <pc:docMk/>
            <pc:sldMk cId="2707522227" sldId="912"/>
            <ac:spMk id="2" creationId="{89ECAD2E-4F37-6872-8323-9B5970AAF978}"/>
          </ac:spMkLst>
        </pc:spChg>
        <pc:picChg chg="mod">
          <ac:chgData name="Kileen Harrison" userId="89ac2612-4752-4200-addf-974bba168746" providerId="ADAL" clId="{EBCC81C8-159F-494D-9232-E04462CE014E}" dt="2023-12-13T15:16:43.470" v="6" actId="1076"/>
          <ac:picMkLst>
            <pc:docMk/>
            <pc:sldMk cId="2707522227" sldId="912"/>
            <ac:picMk id="5" creationId="{D20833A2-2543-F343-8CAD-C65B54F705B9}"/>
          </ac:picMkLst>
        </pc:picChg>
      </pc:sldChg>
      <pc:sldChg chg="modSp mod">
        <pc:chgData name="Kileen Harrison" userId="89ac2612-4752-4200-addf-974bba168746" providerId="ADAL" clId="{EBCC81C8-159F-494D-9232-E04462CE014E}" dt="2023-12-18T16:13:54.881" v="1273" actId="20577"/>
        <pc:sldMkLst>
          <pc:docMk/>
          <pc:sldMk cId="148595327" sldId="913"/>
        </pc:sldMkLst>
        <pc:spChg chg="mod">
          <ac:chgData name="Kileen Harrison" userId="89ac2612-4752-4200-addf-974bba168746" providerId="ADAL" clId="{EBCC81C8-159F-494D-9232-E04462CE014E}" dt="2023-12-18T16:13:54.881" v="1273" actId="20577"/>
          <ac:spMkLst>
            <pc:docMk/>
            <pc:sldMk cId="148595327" sldId="913"/>
            <ac:spMk id="19458" creationId="{00000000-0000-0000-0000-000000000000}"/>
          </ac:spMkLst>
        </pc:spChg>
      </pc:sldChg>
      <pc:sldChg chg="modSp mod">
        <pc:chgData name="Kileen Harrison" userId="89ac2612-4752-4200-addf-974bba168746" providerId="ADAL" clId="{EBCC81C8-159F-494D-9232-E04462CE014E}" dt="2023-12-18T16:13:34.298" v="1268" actId="20577"/>
        <pc:sldMkLst>
          <pc:docMk/>
          <pc:sldMk cId="2226382953" sldId="914"/>
        </pc:sldMkLst>
        <pc:spChg chg="mod">
          <ac:chgData name="Kileen Harrison" userId="89ac2612-4752-4200-addf-974bba168746" providerId="ADAL" clId="{EBCC81C8-159F-494D-9232-E04462CE014E}" dt="2023-12-18T16:13:34.298" v="1268" actId="20577"/>
          <ac:spMkLst>
            <pc:docMk/>
            <pc:sldMk cId="2226382953" sldId="914"/>
            <ac:spMk id="5" creationId="{00000000-0000-0000-0000-000000000000}"/>
          </ac:spMkLst>
        </pc:spChg>
      </pc:sldChg>
      <pc:sldChg chg="del modNotesTx">
        <pc:chgData name="Kileen Harrison" userId="89ac2612-4752-4200-addf-974bba168746" providerId="ADAL" clId="{EBCC81C8-159F-494D-9232-E04462CE014E}" dt="2023-12-18T16:15:38.265" v="1284" actId="47"/>
        <pc:sldMkLst>
          <pc:docMk/>
          <pc:sldMk cId="2024739362" sldId="915"/>
        </pc:sldMkLst>
      </pc:sldChg>
      <pc:sldChg chg="modSp mod">
        <pc:chgData name="Kileen Harrison" userId="89ac2612-4752-4200-addf-974bba168746" providerId="ADAL" clId="{EBCC81C8-159F-494D-9232-E04462CE014E}" dt="2023-12-18T16:14:30.355" v="1279" actId="20577"/>
        <pc:sldMkLst>
          <pc:docMk/>
          <pc:sldMk cId="3522117893" sldId="916"/>
        </pc:sldMkLst>
        <pc:spChg chg="mod">
          <ac:chgData name="Kileen Harrison" userId="89ac2612-4752-4200-addf-974bba168746" providerId="ADAL" clId="{EBCC81C8-159F-494D-9232-E04462CE014E}" dt="2023-12-18T16:14:30.355" v="1279" actId="20577"/>
          <ac:spMkLst>
            <pc:docMk/>
            <pc:sldMk cId="3522117893" sldId="916"/>
            <ac:spMk id="15362" creationId="{00000000-0000-0000-0000-000000000000}"/>
          </ac:spMkLst>
        </pc:spChg>
      </pc:sldChg>
      <pc:sldChg chg="modSp mod modNotesTx">
        <pc:chgData name="Kileen Harrison" userId="89ac2612-4752-4200-addf-974bba168746" providerId="ADAL" clId="{EBCC81C8-159F-494D-9232-E04462CE014E}" dt="2023-12-18T16:20:55.110" v="1693" actId="20577"/>
        <pc:sldMkLst>
          <pc:docMk/>
          <pc:sldMk cId="4006735164" sldId="919"/>
        </pc:sldMkLst>
        <pc:spChg chg="mod">
          <ac:chgData name="Kileen Harrison" userId="89ac2612-4752-4200-addf-974bba168746" providerId="ADAL" clId="{EBCC81C8-159F-494D-9232-E04462CE014E}" dt="2023-12-18T16:19:23.633" v="1421" actId="1076"/>
          <ac:spMkLst>
            <pc:docMk/>
            <pc:sldMk cId="4006735164" sldId="919"/>
            <ac:spMk id="3" creationId="{3354467B-0A15-413B-AD13-015CACB8FEBF}"/>
          </ac:spMkLst>
        </pc:spChg>
      </pc:sldChg>
      <pc:sldChg chg="modSp mod">
        <pc:chgData name="Kileen Harrison" userId="89ac2612-4752-4200-addf-974bba168746" providerId="ADAL" clId="{EBCC81C8-159F-494D-9232-E04462CE014E}" dt="2023-12-18T16:17:26.603" v="1401" actId="20577"/>
        <pc:sldMkLst>
          <pc:docMk/>
          <pc:sldMk cId="723158212" sldId="926"/>
        </pc:sldMkLst>
        <pc:spChg chg="mod">
          <ac:chgData name="Kileen Harrison" userId="89ac2612-4752-4200-addf-974bba168746" providerId="ADAL" clId="{EBCC81C8-159F-494D-9232-E04462CE014E}" dt="2023-12-18T16:17:26.603" v="1401" actId="20577"/>
          <ac:spMkLst>
            <pc:docMk/>
            <pc:sldMk cId="723158212" sldId="926"/>
            <ac:spMk id="3" creationId="{065982AE-496D-8E4C-B62D-137BEFC39377}"/>
          </ac:spMkLst>
        </pc:spChg>
      </pc:sldChg>
      <pc:sldChg chg="modSp mod">
        <pc:chgData name="Kileen Harrison" userId="89ac2612-4752-4200-addf-974bba168746" providerId="ADAL" clId="{EBCC81C8-159F-494D-9232-E04462CE014E}" dt="2023-12-18T16:18:07.308" v="1419" actId="20577"/>
        <pc:sldMkLst>
          <pc:docMk/>
          <pc:sldMk cId="3062080059" sldId="927"/>
        </pc:sldMkLst>
        <pc:spChg chg="mod">
          <ac:chgData name="Kileen Harrison" userId="89ac2612-4752-4200-addf-974bba168746" providerId="ADAL" clId="{EBCC81C8-159F-494D-9232-E04462CE014E}" dt="2023-12-18T16:18:07.308" v="1419" actId="20577"/>
          <ac:spMkLst>
            <pc:docMk/>
            <pc:sldMk cId="3062080059" sldId="927"/>
            <ac:spMk id="3" creationId="{065982AE-496D-8E4C-B62D-137BEFC39377}"/>
          </ac:spMkLst>
        </pc:spChg>
      </pc:sldChg>
      <pc:sldChg chg="del">
        <pc:chgData name="Kileen Harrison" userId="89ac2612-4752-4200-addf-974bba168746" providerId="ADAL" clId="{EBCC81C8-159F-494D-9232-E04462CE014E}" dt="2023-12-13T17:49:57.707" v="504" actId="47"/>
        <pc:sldMkLst>
          <pc:docMk/>
          <pc:sldMk cId="1724294271" sldId="936"/>
        </pc:sldMkLst>
      </pc:sldChg>
      <pc:sldMasterChg chg="modSp mod">
        <pc:chgData name="Kileen Harrison" userId="89ac2612-4752-4200-addf-974bba168746" providerId="ADAL" clId="{EBCC81C8-159F-494D-9232-E04462CE014E}" dt="2023-12-13T15:13:13.294" v="1" actId="20577"/>
        <pc:sldMasterMkLst>
          <pc:docMk/>
          <pc:sldMasterMk cId="991517703" sldId="2147483648"/>
        </pc:sldMasterMkLst>
        <pc:spChg chg="mod">
          <ac:chgData name="Kileen Harrison" userId="89ac2612-4752-4200-addf-974bba168746" providerId="ADAL" clId="{EBCC81C8-159F-494D-9232-E04462CE014E}" dt="2023-12-13T15:13:13.294" v="1" actId="20577"/>
          <ac:spMkLst>
            <pc:docMk/>
            <pc:sldMasterMk cId="991517703" sldId="2147483648"/>
            <ac:spMk id="10" creationId="{0BEA8E99-D66C-4D84-8E9C-18D607522D88}"/>
          </ac:spMkLst>
        </pc:spChg>
      </pc:sldMasterChg>
    </pc:docChg>
  </pc:docChgLst>
  <pc:docChgLst>
    <pc:chgData name="Jennifer Nuessen" userId="f3510c20-912a-427b-b845-0a6871564ca7" providerId="ADAL" clId="{56EEE041-EBB7-4FF5-9091-FD30A64B259A}"/>
    <pc:docChg chg="undo custSel addSld delSld modSld modMainMaster">
      <pc:chgData name="Jennifer Nuessen" userId="f3510c20-912a-427b-b845-0a6871564ca7" providerId="ADAL" clId="{56EEE041-EBB7-4FF5-9091-FD30A64B259A}" dt="2023-08-24T14:06:58.231" v="421" actId="255"/>
      <pc:docMkLst>
        <pc:docMk/>
      </pc:docMkLst>
      <pc:sldChg chg="modSp mod">
        <pc:chgData name="Jennifer Nuessen" userId="f3510c20-912a-427b-b845-0a6871564ca7" providerId="ADAL" clId="{56EEE041-EBB7-4FF5-9091-FD30A64B259A}" dt="2023-08-24T14:06:58.231" v="421" actId="255"/>
        <pc:sldMkLst>
          <pc:docMk/>
          <pc:sldMk cId="699119359" sldId="892"/>
        </pc:sldMkLst>
        <pc:spChg chg="mod">
          <ac:chgData name="Jennifer Nuessen" userId="f3510c20-912a-427b-b845-0a6871564ca7" providerId="ADAL" clId="{56EEE041-EBB7-4FF5-9091-FD30A64B259A}" dt="2023-08-24T14:06:58.231" v="421" actId="255"/>
          <ac:spMkLst>
            <pc:docMk/>
            <pc:sldMk cId="699119359" sldId="892"/>
            <ac:spMk id="6" creationId="{83699948-9A70-5046-86B9-876F82D45D0C}"/>
          </ac:spMkLst>
        </pc:spChg>
      </pc:sldChg>
      <pc:sldChg chg="addSp delSp modSp mod">
        <pc:chgData name="Jennifer Nuessen" userId="f3510c20-912a-427b-b845-0a6871564ca7" providerId="ADAL" clId="{56EEE041-EBB7-4FF5-9091-FD30A64B259A}" dt="2023-08-23T21:05:33.940" v="322" actId="478"/>
        <pc:sldMkLst>
          <pc:docMk/>
          <pc:sldMk cId="2404556909" sldId="905"/>
        </pc:sldMkLst>
        <pc:spChg chg="mod">
          <ac:chgData name="Jennifer Nuessen" userId="f3510c20-912a-427b-b845-0a6871564ca7" providerId="ADAL" clId="{56EEE041-EBB7-4FF5-9091-FD30A64B259A}" dt="2023-08-23T21:04:46.832" v="305" actId="6549"/>
          <ac:spMkLst>
            <pc:docMk/>
            <pc:sldMk cId="2404556909" sldId="905"/>
            <ac:spMk id="9" creationId="{0C960F8A-951F-8D4E-A59B-9532FD8CA70C}"/>
          </ac:spMkLst>
        </pc:spChg>
        <pc:picChg chg="add mod">
          <ac:chgData name="Jennifer Nuessen" userId="f3510c20-912a-427b-b845-0a6871564ca7" providerId="ADAL" clId="{56EEE041-EBB7-4FF5-9091-FD30A64B259A}" dt="2023-08-23T21:05:31.410" v="320" actId="1037"/>
          <ac:picMkLst>
            <pc:docMk/>
            <pc:sldMk cId="2404556909" sldId="905"/>
            <ac:picMk id="3" creationId="{5DB40F3C-CEB2-EB3B-1CDC-19493576F7AE}"/>
          </ac:picMkLst>
        </pc:picChg>
        <pc:picChg chg="del mod">
          <ac:chgData name="Jennifer Nuessen" userId="f3510c20-912a-427b-b845-0a6871564ca7" providerId="ADAL" clId="{56EEE041-EBB7-4FF5-9091-FD30A64B259A}" dt="2023-08-23T21:05:33.940" v="322" actId="478"/>
          <ac:picMkLst>
            <pc:docMk/>
            <pc:sldMk cId="2404556909" sldId="905"/>
            <ac:picMk id="7" creationId="{332F4286-3498-994E-A5A5-7C96A689CF39}"/>
          </ac:picMkLst>
        </pc:picChg>
      </pc:sldChg>
      <pc:sldChg chg="modSp">
        <pc:chgData name="Jennifer Nuessen" userId="f3510c20-912a-427b-b845-0a6871564ca7" providerId="ADAL" clId="{56EEE041-EBB7-4FF5-9091-FD30A64B259A}" dt="2023-08-23T20:40:55.486" v="90" actId="20577"/>
        <pc:sldMkLst>
          <pc:docMk/>
          <pc:sldMk cId="2318327320" sldId="907"/>
        </pc:sldMkLst>
        <pc:spChg chg="mod">
          <ac:chgData name="Jennifer Nuessen" userId="f3510c20-912a-427b-b845-0a6871564ca7" providerId="ADAL" clId="{56EEE041-EBB7-4FF5-9091-FD30A64B259A}" dt="2023-08-23T20:40:55.486" v="90" actId="20577"/>
          <ac:spMkLst>
            <pc:docMk/>
            <pc:sldMk cId="2318327320" sldId="907"/>
            <ac:spMk id="9" creationId="{DFA55996-6786-F34A-A68D-AC5A9F594E73}"/>
          </ac:spMkLst>
        </pc:spChg>
      </pc:sldChg>
      <pc:sldChg chg="addSp delSp modSp mod">
        <pc:chgData name="Jennifer Nuessen" userId="f3510c20-912a-427b-b845-0a6871564ca7" providerId="ADAL" clId="{56EEE041-EBB7-4FF5-9091-FD30A64B259A}" dt="2023-08-23T21:14:39.619" v="416" actId="478"/>
        <pc:sldMkLst>
          <pc:docMk/>
          <pc:sldMk cId="2707522227" sldId="912"/>
        </pc:sldMkLst>
        <pc:spChg chg="add del">
          <ac:chgData name="Jennifer Nuessen" userId="f3510c20-912a-427b-b845-0a6871564ca7" providerId="ADAL" clId="{56EEE041-EBB7-4FF5-9091-FD30A64B259A}" dt="2023-08-23T21:14:20.209" v="409" actId="22"/>
          <ac:spMkLst>
            <pc:docMk/>
            <pc:sldMk cId="2707522227" sldId="912"/>
            <ac:spMk id="3" creationId="{6F8CDD8A-D6FC-0F7A-20E2-79B53137A253}"/>
          </ac:spMkLst>
        </pc:spChg>
        <pc:picChg chg="add mod ord">
          <ac:chgData name="Jennifer Nuessen" userId="f3510c20-912a-427b-b845-0a6871564ca7" providerId="ADAL" clId="{56EEE041-EBB7-4FF5-9091-FD30A64B259A}" dt="2023-08-23T21:14:37.838" v="415" actId="167"/>
          <ac:picMkLst>
            <pc:docMk/>
            <pc:sldMk cId="2707522227" sldId="912"/>
            <ac:picMk id="5" creationId="{D20833A2-2543-F343-8CAD-C65B54F705B9}"/>
          </ac:picMkLst>
        </pc:picChg>
        <pc:picChg chg="del">
          <ac:chgData name="Jennifer Nuessen" userId="f3510c20-912a-427b-b845-0a6871564ca7" providerId="ADAL" clId="{56EEE041-EBB7-4FF5-9091-FD30A64B259A}" dt="2023-08-23T21:14:39.619" v="416" actId="478"/>
          <ac:picMkLst>
            <pc:docMk/>
            <pc:sldMk cId="2707522227" sldId="912"/>
            <ac:picMk id="2050" creationId="{47AE2C04-8F9A-4703-B26A-CB76BF8DC6F4}"/>
          </ac:picMkLst>
        </pc:picChg>
      </pc:sldChg>
      <pc:sldChg chg="modSp">
        <pc:chgData name="Jennifer Nuessen" userId="f3510c20-912a-427b-b845-0a6871564ca7" providerId="ADAL" clId="{56EEE041-EBB7-4FF5-9091-FD30A64B259A}" dt="2023-08-23T20:43:40.705" v="115" actId="20577"/>
        <pc:sldMkLst>
          <pc:docMk/>
          <pc:sldMk cId="1655797126" sldId="921"/>
        </pc:sldMkLst>
        <pc:spChg chg="mod">
          <ac:chgData name="Jennifer Nuessen" userId="f3510c20-912a-427b-b845-0a6871564ca7" providerId="ADAL" clId="{56EEE041-EBB7-4FF5-9091-FD30A64B259A}" dt="2023-08-23T20:43:40.705" v="115" actId="20577"/>
          <ac:spMkLst>
            <pc:docMk/>
            <pc:sldMk cId="1655797126" sldId="921"/>
            <ac:spMk id="9" creationId="{0D163350-A59C-2947-9EEB-6C00A4F19521}"/>
          </ac:spMkLst>
        </pc:spChg>
      </pc:sldChg>
      <pc:sldChg chg="del addCm">
        <pc:chgData name="Jennifer Nuessen" userId="f3510c20-912a-427b-b845-0a6871564ca7" providerId="ADAL" clId="{56EEE041-EBB7-4FF5-9091-FD30A64B259A}" dt="2023-08-23T21:05:52.734" v="323" actId="47"/>
        <pc:sldMkLst>
          <pc:docMk/>
          <pc:sldMk cId="3692845539" sldId="923"/>
        </pc:sldMkLst>
        <pc:extLst>
          <p:ext xmlns:p="http://schemas.openxmlformats.org/presentationml/2006/main" uri="{D6D511B9-2390-475A-947B-AFAB55BFBCF1}">
            <pc226:cmChg xmlns:pc226="http://schemas.microsoft.com/office/powerpoint/2022/06/main/command" chg="add">
              <pc226:chgData name="Jennifer Nuessen" userId="f3510c20-912a-427b-b845-0a6871564ca7" providerId="ADAL" clId="{56EEE041-EBB7-4FF5-9091-FD30A64B259A}" dt="2023-08-23T20:40:45.879" v="89"/>
              <pc2:cmMkLst xmlns:pc2="http://schemas.microsoft.com/office/powerpoint/2019/9/main/command">
                <pc:docMk/>
                <pc:sldMk cId="3692845539" sldId="923"/>
                <pc2:cmMk id="{80721368-7465-4144-92E4-429B69DFDF05}"/>
              </pc2:cmMkLst>
            </pc226:cmChg>
          </p:ext>
        </pc:extLst>
      </pc:sldChg>
      <pc:sldChg chg="addSp delSp modSp mod">
        <pc:chgData name="Jennifer Nuessen" userId="f3510c20-912a-427b-b845-0a6871564ca7" providerId="ADAL" clId="{56EEE041-EBB7-4FF5-9091-FD30A64B259A}" dt="2023-08-23T21:03:42.943" v="299" actId="1076"/>
        <pc:sldMkLst>
          <pc:docMk/>
          <pc:sldMk cId="579901858" sldId="924"/>
        </pc:sldMkLst>
        <pc:picChg chg="add mod">
          <ac:chgData name="Jennifer Nuessen" userId="f3510c20-912a-427b-b845-0a6871564ca7" providerId="ADAL" clId="{56EEE041-EBB7-4FF5-9091-FD30A64B259A}" dt="2023-08-23T21:03:42.943" v="299" actId="1076"/>
          <ac:picMkLst>
            <pc:docMk/>
            <pc:sldMk cId="579901858" sldId="924"/>
            <ac:picMk id="3" creationId="{C94961CC-864D-237D-7211-1585E29B98AA}"/>
          </ac:picMkLst>
        </pc:picChg>
        <pc:picChg chg="del">
          <ac:chgData name="Jennifer Nuessen" userId="f3510c20-912a-427b-b845-0a6871564ca7" providerId="ADAL" clId="{56EEE041-EBB7-4FF5-9091-FD30A64B259A}" dt="2023-08-23T21:00:52.959" v="284" actId="478"/>
          <ac:picMkLst>
            <pc:docMk/>
            <pc:sldMk cId="579901858" sldId="924"/>
            <ac:picMk id="7" creationId="{851B57D4-F6F7-8D4C-92DD-C8E3374CDC27}"/>
          </ac:picMkLst>
        </pc:picChg>
      </pc:sldChg>
      <pc:sldChg chg="addSp delSp modSp mod">
        <pc:chgData name="Jennifer Nuessen" userId="f3510c20-912a-427b-b845-0a6871564ca7" providerId="ADAL" clId="{56EEE041-EBB7-4FF5-9091-FD30A64B259A}" dt="2023-08-23T21:03:26.176" v="297" actId="1076"/>
        <pc:sldMkLst>
          <pc:docMk/>
          <pc:sldMk cId="2296124504" sldId="925"/>
        </pc:sldMkLst>
        <pc:picChg chg="add mod">
          <ac:chgData name="Jennifer Nuessen" userId="f3510c20-912a-427b-b845-0a6871564ca7" providerId="ADAL" clId="{56EEE041-EBB7-4FF5-9091-FD30A64B259A}" dt="2023-08-23T21:03:26.176" v="297" actId="1076"/>
          <ac:picMkLst>
            <pc:docMk/>
            <pc:sldMk cId="2296124504" sldId="925"/>
            <ac:picMk id="3" creationId="{3ED9A6F8-9E45-6203-49A0-4803F6050CA4}"/>
          </ac:picMkLst>
        </pc:picChg>
        <pc:picChg chg="del">
          <ac:chgData name="Jennifer Nuessen" userId="f3510c20-912a-427b-b845-0a6871564ca7" providerId="ADAL" clId="{56EEE041-EBB7-4FF5-9091-FD30A64B259A}" dt="2023-08-23T21:01:57.945" v="291" actId="478"/>
          <ac:picMkLst>
            <pc:docMk/>
            <pc:sldMk cId="2296124504" sldId="925"/>
            <ac:picMk id="7" creationId="{851B57D4-F6F7-8D4C-92DD-C8E3374CDC27}"/>
          </ac:picMkLst>
        </pc:picChg>
      </pc:sldChg>
      <pc:sldChg chg="modSp del addCm">
        <pc:chgData name="Jennifer Nuessen" userId="f3510c20-912a-427b-b845-0a6871564ca7" providerId="ADAL" clId="{56EEE041-EBB7-4FF5-9091-FD30A64B259A}" dt="2023-08-23T20:53:55.690" v="269" actId="47"/>
        <pc:sldMkLst>
          <pc:docMk/>
          <pc:sldMk cId="110292695" sldId="928"/>
        </pc:sldMkLst>
        <pc:spChg chg="mod">
          <ac:chgData name="Jennifer Nuessen" userId="f3510c20-912a-427b-b845-0a6871564ca7" providerId="ADAL" clId="{56EEE041-EBB7-4FF5-9091-FD30A64B259A}" dt="2023-08-23T20:39:14.320" v="87" actId="20577"/>
          <ac:spMkLst>
            <pc:docMk/>
            <pc:sldMk cId="110292695" sldId="928"/>
            <ac:spMk id="6" creationId="{E8554462-D928-C940-9524-C0827B793168}"/>
          </ac:spMkLst>
        </pc:spChg>
        <pc:extLst>
          <p:ext xmlns:p="http://schemas.openxmlformats.org/presentationml/2006/main" uri="{D6D511B9-2390-475A-947B-AFAB55BFBCF1}">
            <pc226:cmChg xmlns:pc226="http://schemas.microsoft.com/office/powerpoint/2022/06/main/command" chg="add">
              <pc226:chgData name="Jennifer Nuessen" userId="f3510c20-912a-427b-b845-0a6871564ca7" providerId="ADAL" clId="{56EEE041-EBB7-4FF5-9091-FD30A64B259A}" dt="2023-08-23T20:40:27.031" v="88"/>
              <pc2:cmMkLst xmlns:pc2="http://schemas.microsoft.com/office/powerpoint/2019/9/main/command">
                <pc:docMk/>
                <pc:sldMk cId="110292695" sldId="928"/>
                <pc2:cmMk id="{3645CB47-5EE0-4200-8970-CE0E687E7D5A}"/>
              </pc2:cmMkLst>
            </pc226:cmChg>
          </p:ext>
        </pc:extLst>
      </pc:sldChg>
      <pc:sldChg chg="del">
        <pc:chgData name="Jennifer Nuessen" userId="f3510c20-912a-427b-b845-0a6871564ca7" providerId="ADAL" clId="{56EEE041-EBB7-4FF5-9091-FD30A64B259A}" dt="2023-08-23T20:38:34.915" v="37" actId="2696"/>
        <pc:sldMkLst>
          <pc:docMk/>
          <pc:sldMk cId="2946606812" sldId="929"/>
        </pc:sldMkLst>
      </pc:sldChg>
      <pc:sldChg chg="addSp delSp modSp mod">
        <pc:chgData name="Jennifer Nuessen" userId="f3510c20-912a-427b-b845-0a6871564ca7" providerId="ADAL" clId="{56EEE041-EBB7-4FF5-9091-FD30A64B259A}" dt="2023-08-23T20:57:08.972" v="282" actId="1076"/>
        <pc:sldMkLst>
          <pc:docMk/>
          <pc:sldMk cId="1338108701" sldId="930"/>
        </pc:sldMkLst>
        <pc:picChg chg="del">
          <ac:chgData name="Jennifer Nuessen" userId="f3510c20-912a-427b-b845-0a6871564ca7" providerId="ADAL" clId="{56EEE041-EBB7-4FF5-9091-FD30A64B259A}" dt="2023-08-23T20:57:00.605" v="280" actId="478"/>
          <ac:picMkLst>
            <pc:docMk/>
            <pc:sldMk cId="1338108701" sldId="930"/>
            <ac:picMk id="7" creationId="{63AE4084-C272-D348-A954-332D73CB7985}"/>
          </ac:picMkLst>
        </pc:picChg>
        <pc:picChg chg="add mod">
          <ac:chgData name="Jennifer Nuessen" userId="f3510c20-912a-427b-b845-0a6871564ca7" providerId="ADAL" clId="{56EEE041-EBB7-4FF5-9091-FD30A64B259A}" dt="2023-08-23T20:57:08.972" v="282" actId="1076"/>
          <ac:picMkLst>
            <pc:docMk/>
            <pc:sldMk cId="1338108701" sldId="930"/>
            <ac:picMk id="7170" creationId="{F937D217-58B3-76C2-48E4-A25F3492BB9E}"/>
          </ac:picMkLst>
        </pc:picChg>
      </pc:sldChg>
      <pc:sldChg chg="addSp delSp modSp mod">
        <pc:chgData name="Jennifer Nuessen" userId="f3510c20-912a-427b-b845-0a6871564ca7" providerId="ADAL" clId="{56EEE041-EBB7-4FF5-9091-FD30A64B259A}" dt="2023-08-23T20:56:40.014" v="279" actId="1076"/>
        <pc:sldMkLst>
          <pc:docMk/>
          <pc:sldMk cId="1147806937" sldId="931"/>
        </pc:sldMkLst>
        <pc:picChg chg="del">
          <ac:chgData name="Jennifer Nuessen" userId="f3510c20-912a-427b-b845-0a6871564ca7" providerId="ADAL" clId="{56EEE041-EBB7-4FF5-9091-FD30A64B259A}" dt="2023-08-23T20:56:34.475" v="277" actId="478"/>
          <ac:picMkLst>
            <pc:docMk/>
            <pc:sldMk cId="1147806937" sldId="931"/>
            <ac:picMk id="10" creationId="{1D917CA8-C953-3D41-BB4D-AE90DA4944BE}"/>
          </ac:picMkLst>
        </pc:picChg>
        <pc:picChg chg="add mod">
          <ac:chgData name="Jennifer Nuessen" userId="f3510c20-912a-427b-b845-0a6871564ca7" providerId="ADAL" clId="{56EEE041-EBB7-4FF5-9091-FD30A64B259A}" dt="2023-08-23T20:56:40.014" v="279" actId="1076"/>
          <ac:picMkLst>
            <pc:docMk/>
            <pc:sldMk cId="1147806937" sldId="931"/>
            <ac:picMk id="6146" creationId="{A146CE2B-CC7B-F5B1-EFDC-3DEEA6F55AC3}"/>
          </ac:picMkLst>
        </pc:picChg>
      </pc:sldChg>
      <pc:sldChg chg="addSp delSp modSp new del">
        <pc:chgData name="Jennifer Nuessen" userId="f3510c20-912a-427b-b845-0a6871564ca7" providerId="ADAL" clId="{56EEE041-EBB7-4FF5-9091-FD30A64B259A}" dt="2023-08-23T20:50:06.856" v="179" actId="47"/>
        <pc:sldMkLst>
          <pc:docMk/>
          <pc:sldMk cId="1504341873" sldId="932"/>
        </pc:sldMkLst>
        <pc:spChg chg="mod">
          <ac:chgData name="Jennifer Nuessen" userId="f3510c20-912a-427b-b845-0a6871564ca7" providerId="ADAL" clId="{56EEE041-EBB7-4FF5-9091-FD30A64B259A}" dt="2023-08-23T20:38:35.092" v="38" actId="27636"/>
          <ac:spMkLst>
            <pc:docMk/>
            <pc:sldMk cId="1504341873" sldId="932"/>
            <ac:spMk id="2" creationId="{1EFD0CC8-6396-030B-3B17-5F9817F185FF}"/>
          </ac:spMkLst>
        </pc:spChg>
        <pc:spChg chg="del mod">
          <ac:chgData name="Jennifer Nuessen" userId="f3510c20-912a-427b-b845-0a6871564ca7" providerId="ADAL" clId="{56EEE041-EBB7-4FF5-9091-FD30A64B259A}" dt="2023-08-23T20:48:24.914" v="161" actId="478"/>
          <ac:spMkLst>
            <pc:docMk/>
            <pc:sldMk cId="1504341873" sldId="932"/>
            <ac:spMk id="3" creationId="{8DB595A9-3394-AB81-9BB4-279A7D55E1B7}"/>
          </ac:spMkLst>
        </pc:spChg>
        <pc:spChg chg="del mod">
          <ac:chgData name="Jennifer Nuessen" userId="f3510c20-912a-427b-b845-0a6871564ca7" providerId="ADAL" clId="{56EEE041-EBB7-4FF5-9091-FD30A64B259A}" dt="2023-08-23T20:48:21.907" v="159" actId="478"/>
          <ac:spMkLst>
            <pc:docMk/>
            <pc:sldMk cId="1504341873" sldId="932"/>
            <ac:spMk id="4" creationId="{13E27899-C5C6-B197-0178-7F4A37772D84}"/>
          </ac:spMkLst>
        </pc:spChg>
        <pc:spChg chg="add mod">
          <ac:chgData name="Jennifer Nuessen" userId="f3510c20-912a-427b-b845-0a6871564ca7" providerId="ADAL" clId="{56EEE041-EBB7-4FF5-9091-FD30A64B259A}" dt="2023-08-23T20:48:45.677" v="168" actId="27636"/>
          <ac:spMkLst>
            <pc:docMk/>
            <pc:sldMk cId="1504341873" sldId="932"/>
            <ac:spMk id="5" creationId="{2EB70F64-66EC-904C-2572-A0339DF33513}"/>
          </ac:spMkLst>
        </pc:spChg>
        <pc:spChg chg="add mod">
          <ac:chgData name="Jennifer Nuessen" userId="f3510c20-912a-427b-b845-0a6871564ca7" providerId="ADAL" clId="{56EEE041-EBB7-4FF5-9091-FD30A64B259A}" dt="2023-08-23T20:48:20.186" v="158"/>
          <ac:spMkLst>
            <pc:docMk/>
            <pc:sldMk cId="1504341873" sldId="932"/>
            <ac:spMk id="6" creationId="{7A803E85-C42F-54C0-5CBE-5759876A8DA3}"/>
          </ac:spMkLst>
        </pc:spChg>
        <pc:spChg chg="add mod">
          <ac:chgData name="Jennifer Nuessen" userId="f3510c20-912a-427b-b845-0a6871564ca7" providerId="ADAL" clId="{56EEE041-EBB7-4FF5-9091-FD30A64B259A}" dt="2023-08-23T20:48:21.907" v="159" actId="478"/>
          <ac:spMkLst>
            <pc:docMk/>
            <pc:sldMk cId="1504341873" sldId="932"/>
            <ac:spMk id="7" creationId="{C53AF5E9-1C67-F65F-F030-9CC90E60CC08}"/>
          </ac:spMkLst>
        </pc:spChg>
        <pc:spChg chg="add del mod">
          <ac:chgData name="Jennifer Nuessen" userId="f3510c20-912a-427b-b845-0a6871564ca7" providerId="ADAL" clId="{56EEE041-EBB7-4FF5-9091-FD30A64B259A}" dt="2023-08-23T20:48:28.314" v="162" actId="478"/>
          <ac:spMkLst>
            <pc:docMk/>
            <pc:sldMk cId="1504341873" sldId="932"/>
            <ac:spMk id="8" creationId="{6ADD0CC9-3681-C2A0-A5E9-88B6782EEB11}"/>
          </ac:spMkLst>
        </pc:spChg>
        <pc:picChg chg="add mod">
          <ac:chgData name="Jennifer Nuessen" userId="f3510c20-912a-427b-b845-0a6871564ca7" providerId="ADAL" clId="{56EEE041-EBB7-4FF5-9091-FD30A64B259A}" dt="2023-08-23T20:48:07.245" v="157" actId="1076"/>
          <ac:picMkLst>
            <pc:docMk/>
            <pc:sldMk cId="1504341873" sldId="932"/>
            <ac:picMk id="3074" creationId="{BD530437-F87B-F4A7-A289-AC5C62A7F91F}"/>
          </ac:picMkLst>
        </pc:picChg>
      </pc:sldChg>
      <pc:sldChg chg="addSp modSp new mod">
        <pc:chgData name="Jennifer Nuessen" userId="f3510c20-912a-427b-b845-0a6871564ca7" providerId="ADAL" clId="{56EEE041-EBB7-4FF5-9091-FD30A64B259A}" dt="2023-08-23T20:52:50.541" v="208" actId="20577"/>
        <pc:sldMkLst>
          <pc:docMk/>
          <pc:sldMk cId="4173451471" sldId="933"/>
        </pc:sldMkLst>
        <pc:spChg chg="mod">
          <ac:chgData name="Jennifer Nuessen" userId="f3510c20-912a-427b-b845-0a6871564ca7" providerId="ADAL" clId="{56EEE041-EBB7-4FF5-9091-FD30A64B259A}" dt="2023-08-23T20:52:50.541" v="208" actId="20577"/>
          <ac:spMkLst>
            <pc:docMk/>
            <pc:sldMk cId="4173451471" sldId="933"/>
            <ac:spMk id="2" creationId="{0A1FDD3C-DBDF-5A39-19B1-3811364AFA7E}"/>
          </ac:spMkLst>
        </pc:spChg>
        <pc:spChg chg="mod">
          <ac:chgData name="Jennifer Nuessen" userId="f3510c20-912a-427b-b845-0a6871564ca7" providerId="ADAL" clId="{56EEE041-EBB7-4FF5-9091-FD30A64B259A}" dt="2023-08-23T20:45:01.664" v="123" actId="1076"/>
          <ac:spMkLst>
            <pc:docMk/>
            <pc:sldMk cId="4173451471" sldId="933"/>
            <ac:spMk id="3" creationId="{E6966800-B76E-3F8A-BD38-1882C3D38B35}"/>
          </ac:spMkLst>
        </pc:spChg>
        <pc:spChg chg="mod">
          <ac:chgData name="Jennifer Nuessen" userId="f3510c20-912a-427b-b845-0a6871564ca7" providerId="ADAL" clId="{56EEE041-EBB7-4FF5-9091-FD30A64B259A}" dt="2023-08-23T20:46:30.523" v="143"/>
          <ac:spMkLst>
            <pc:docMk/>
            <pc:sldMk cId="4173451471" sldId="933"/>
            <ac:spMk id="4" creationId="{175F74D5-E26A-C58F-46A4-2FF15A0A9686}"/>
          </ac:spMkLst>
        </pc:spChg>
        <pc:picChg chg="add mod">
          <ac:chgData name="Jennifer Nuessen" userId="f3510c20-912a-427b-b845-0a6871564ca7" providerId="ADAL" clId="{56EEE041-EBB7-4FF5-9091-FD30A64B259A}" dt="2023-08-23T20:50:44.891" v="180" actId="1035"/>
          <ac:picMkLst>
            <pc:docMk/>
            <pc:sldMk cId="4173451471" sldId="933"/>
            <ac:picMk id="1026" creationId="{D2A32056-0E62-F993-E791-696449F3C1BB}"/>
          </ac:picMkLst>
        </pc:picChg>
      </pc:sldChg>
      <pc:sldChg chg="addSp delSp modSp add mod">
        <pc:chgData name="Jennifer Nuessen" userId="f3510c20-912a-427b-b845-0a6871564ca7" providerId="ADAL" clId="{56EEE041-EBB7-4FF5-9091-FD30A64B259A}" dt="2023-08-23T20:52:54.408" v="209" actId="20577"/>
        <pc:sldMkLst>
          <pc:docMk/>
          <pc:sldMk cId="703225346" sldId="934"/>
        </pc:sldMkLst>
        <pc:spChg chg="mod">
          <ac:chgData name="Jennifer Nuessen" userId="f3510c20-912a-427b-b845-0a6871564ca7" providerId="ADAL" clId="{56EEE041-EBB7-4FF5-9091-FD30A64B259A}" dt="2023-08-23T20:52:54.408" v="209" actId="20577"/>
          <ac:spMkLst>
            <pc:docMk/>
            <pc:sldMk cId="703225346" sldId="934"/>
            <ac:spMk id="2" creationId="{F17CEE73-0DE3-CE31-1E23-6920C0BA9D8B}"/>
          </ac:spMkLst>
        </pc:spChg>
        <pc:spChg chg="mod">
          <ac:chgData name="Jennifer Nuessen" userId="f3510c20-912a-427b-b845-0a6871564ca7" providerId="ADAL" clId="{56EEE041-EBB7-4FF5-9091-FD30A64B259A}" dt="2023-08-23T20:46:14.523" v="142"/>
          <ac:spMkLst>
            <pc:docMk/>
            <pc:sldMk cId="703225346" sldId="934"/>
            <ac:spMk id="3" creationId="{E8DFAF51-6D31-B6CE-E86D-782D4910D00B}"/>
          </ac:spMkLst>
        </pc:spChg>
        <pc:spChg chg="mod">
          <ac:chgData name="Jennifer Nuessen" userId="f3510c20-912a-427b-b845-0a6871564ca7" providerId="ADAL" clId="{56EEE041-EBB7-4FF5-9091-FD30A64B259A}" dt="2023-08-23T20:46:33.490" v="144"/>
          <ac:spMkLst>
            <pc:docMk/>
            <pc:sldMk cId="703225346" sldId="934"/>
            <ac:spMk id="4" creationId="{DA0C9400-94AB-C4F5-B8D3-E64CBCD2CC14}"/>
          </ac:spMkLst>
        </pc:spChg>
        <pc:picChg chg="add del mod">
          <ac:chgData name="Jennifer Nuessen" userId="f3510c20-912a-427b-b845-0a6871564ca7" providerId="ADAL" clId="{56EEE041-EBB7-4FF5-9091-FD30A64B259A}" dt="2023-08-23T20:51:19.409" v="192" actId="478"/>
          <ac:picMkLst>
            <pc:docMk/>
            <pc:sldMk cId="703225346" sldId="934"/>
            <ac:picMk id="5" creationId="{64818B10-C17B-9E7B-F4F7-65727DB40938}"/>
          </ac:picMkLst>
        </pc:picChg>
        <pc:picChg chg="add mod">
          <ac:chgData name="Jennifer Nuessen" userId="f3510c20-912a-427b-b845-0a6871564ca7" providerId="ADAL" clId="{56EEE041-EBB7-4FF5-9091-FD30A64B259A}" dt="2023-08-23T20:51:16.103" v="191" actId="1037"/>
          <ac:picMkLst>
            <pc:docMk/>
            <pc:sldMk cId="703225346" sldId="934"/>
            <ac:picMk id="2050" creationId="{C0E815BD-57BD-05F2-54EA-F1A640F638A3}"/>
          </ac:picMkLst>
        </pc:picChg>
      </pc:sldChg>
      <pc:sldChg chg="addSp modSp new mod">
        <pc:chgData name="Jennifer Nuessen" userId="f3510c20-912a-427b-b845-0a6871564ca7" providerId="ADAL" clId="{56EEE041-EBB7-4FF5-9091-FD30A64B259A}" dt="2023-08-23T20:53:50.071" v="268" actId="20577"/>
        <pc:sldMkLst>
          <pc:docMk/>
          <pc:sldMk cId="1183617158" sldId="935"/>
        </pc:sldMkLst>
        <pc:spChg chg="mod">
          <ac:chgData name="Jennifer Nuessen" userId="f3510c20-912a-427b-b845-0a6871564ca7" providerId="ADAL" clId="{56EEE041-EBB7-4FF5-9091-FD30A64B259A}" dt="2023-08-23T20:53:14.374" v="220" actId="1076"/>
          <ac:spMkLst>
            <pc:docMk/>
            <pc:sldMk cId="1183617158" sldId="935"/>
            <ac:spMk id="2" creationId="{C14616C6-8583-13E1-1F3B-21964C343EB6}"/>
          </ac:spMkLst>
        </pc:spChg>
        <pc:spChg chg="mod">
          <ac:chgData name="Jennifer Nuessen" userId="f3510c20-912a-427b-b845-0a6871564ca7" providerId="ADAL" clId="{56EEE041-EBB7-4FF5-9091-FD30A64B259A}" dt="2023-08-23T20:53:40.467" v="237" actId="113"/>
          <ac:spMkLst>
            <pc:docMk/>
            <pc:sldMk cId="1183617158" sldId="935"/>
            <ac:spMk id="3" creationId="{0F05D285-21D9-6AEE-D017-4B23C621C146}"/>
          </ac:spMkLst>
        </pc:spChg>
        <pc:spChg chg="mod">
          <ac:chgData name="Jennifer Nuessen" userId="f3510c20-912a-427b-b845-0a6871564ca7" providerId="ADAL" clId="{56EEE041-EBB7-4FF5-9091-FD30A64B259A}" dt="2023-08-23T20:53:50.071" v="268" actId="20577"/>
          <ac:spMkLst>
            <pc:docMk/>
            <pc:sldMk cId="1183617158" sldId="935"/>
            <ac:spMk id="4" creationId="{5C2CE9C2-E984-F45B-1B6F-4FD6B4B977CF}"/>
          </ac:spMkLst>
        </pc:spChg>
        <pc:picChg chg="add mod">
          <ac:chgData name="Jennifer Nuessen" userId="f3510c20-912a-427b-b845-0a6871564ca7" providerId="ADAL" clId="{56EEE041-EBB7-4FF5-9091-FD30A64B259A}" dt="2023-08-23T20:53:18.973" v="221" actId="1076"/>
          <ac:picMkLst>
            <pc:docMk/>
            <pc:sldMk cId="1183617158" sldId="935"/>
            <ac:picMk id="4098" creationId="{56A0F931-172E-D3F1-8118-AF1C313139A9}"/>
          </ac:picMkLst>
        </pc:picChg>
      </pc:sldChg>
      <pc:sldChg chg="modSp new">
        <pc:chgData name="Jennifer Nuessen" userId="f3510c20-912a-427b-b845-0a6871564ca7" providerId="ADAL" clId="{56EEE041-EBB7-4FF5-9091-FD30A64B259A}" dt="2023-08-23T20:41:03.766" v="112" actId="20577"/>
        <pc:sldMkLst>
          <pc:docMk/>
          <pc:sldMk cId="1724294271" sldId="936"/>
        </pc:sldMkLst>
        <pc:spChg chg="mod">
          <ac:chgData name="Jennifer Nuessen" userId="f3510c20-912a-427b-b845-0a6871564ca7" providerId="ADAL" clId="{56EEE041-EBB7-4FF5-9091-FD30A64B259A}" dt="2023-08-23T20:41:03.766" v="112" actId="20577"/>
          <ac:spMkLst>
            <pc:docMk/>
            <pc:sldMk cId="1724294271" sldId="936"/>
            <ac:spMk id="2" creationId="{D3D0795D-0716-214C-E5A4-13AA51F55AD5}"/>
          </ac:spMkLst>
        </pc:spChg>
      </pc:sldChg>
      <pc:sldChg chg="addSp delSp modSp add mod">
        <pc:chgData name="Jennifer Nuessen" userId="f3510c20-912a-427b-b845-0a6871564ca7" providerId="ADAL" clId="{56EEE041-EBB7-4FF5-9091-FD30A64B259A}" dt="2023-08-23T20:50:01.356" v="178" actId="403"/>
        <pc:sldMkLst>
          <pc:docMk/>
          <pc:sldMk cId="1209067655" sldId="937"/>
        </pc:sldMkLst>
        <pc:spChg chg="mod">
          <ac:chgData name="Jennifer Nuessen" userId="f3510c20-912a-427b-b845-0a6871564ca7" providerId="ADAL" clId="{56EEE041-EBB7-4FF5-9091-FD30A64B259A}" dt="2023-08-23T20:49:21.220" v="170"/>
          <ac:spMkLst>
            <pc:docMk/>
            <pc:sldMk cId="1209067655" sldId="937"/>
            <ac:spMk id="4" creationId="{F0D6E7E7-3A78-5E44-89F9-527E3CD983D7}"/>
          </ac:spMkLst>
        </pc:spChg>
        <pc:spChg chg="mod">
          <ac:chgData name="Jennifer Nuessen" userId="f3510c20-912a-427b-b845-0a6871564ca7" providerId="ADAL" clId="{56EEE041-EBB7-4FF5-9091-FD30A64B259A}" dt="2023-08-23T20:50:01.356" v="178" actId="403"/>
          <ac:spMkLst>
            <pc:docMk/>
            <pc:sldMk cId="1209067655" sldId="937"/>
            <ac:spMk id="5" creationId="{D651944C-A577-BE40-86BE-7F08B25152B1}"/>
          </ac:spMkLst>
        </pc:spChg>
        <pc:picChg chg="add mod">
          <ac:chgData name="Jennifer Nuessen" userId="f3510c20-912a-427b-b845-0a6871564ca7" providerId="ADAL" clId="{56EEE041-EBB7-4FF5-9091-FD30A64B259A}" dt="2023-08-23T20:49:29.986" v="173" actId="1076"/>
          <ac:picMkLst>
            <pc:docMk/>
            <pc:sldMk cId="1209067655" sldId="937"/>
            <ac:picMk id="2" creationId="{BA6E0743-56BC-205E-AEEF-3DE0E9554191}"/>
          </ac:picMkLst>
        </pc:picChg>
        <pc:picChg chg="del">
          <ac:chgData name="Jennifer Nuessen" userId="f3510c20-912a-427b-b845-0a6871564ca7" providerId="ADAL" clId="{56EEE041-EBB7-4FF5-9091-FD30A64B259A}" dt="2023-08-23T20:49:27.130" v="171" actId="478"/>
          <ac:picMkLst>
            <pc:docMk/>
            <pc:sldMk cId="1209067655" sldId="937"/>
            <ac:picMk id="7" creationId="{63AE4084-C272-D348-A954-332D73CB7985}"/>
          </ac:picMkLst>
        </pc:picChg>
      </pc:sldChg>
      <pc:sldChg chg="addSp modSp new mod">
        <pc:chgData name="Jennifer Nuessen" userId="f3510c20-912a-427b-b845-0a6871564ca7" providerId="ADAL" clId="{56EEE041-EBB7-4FF5-9091-FD30A64B259A}" dt="2023-08-23T21:08:06.556" v="407" actId="1076"/>
        <pc:sldMkLst>
          <pc:docMk/>
          <pc:sldMk cId="683498996" sldId="938"/>
        </pc:sldMkLst>
        <pc:spChg chg="mod">
          <ac:chgData name="Jennifer Nuessen" userId="f3510c20-912a-427b-b845-0a6871564ca7" providerId="ADAL" clId="{56EEE041-EBB7-4FF5-9091-FD30A64B259A}" dt="2023-08-23T21:06:37.310" v="362" actId="20577"/>
          <ac:spMkLst>
            <pc:docMk/>
            <pc:sldMk cId="683498996" sldId="938"/>
            <ac:spMk id="2" creationId="{67914D3F-5098-866B-0382-8BAEBE923EBD}"/>
          </ac:spMkLst>
        </pc:spChg>
        <pc:spChg chg="mod">
          <ac:chgData name="Jennifer Nuessen" userId="f3510c20-912a-427b-b845-0a6871564ca7" providerId="ADAL" clId="{56EEE041-EBB7-4FF5-9091-FD30A64B259A}" dt="2023-08-23T21:07:18.134" v="378" actId="27636"/>
          <ac:spMkLst>
            <pc:docMk/>
            <pc:sldMk cId="683498996" sldId="938"/>
            <ac:spMk id="3" creationId="{97BF2D95-F8B8-A885-CC2D-0AFAE636EF3D}"/>
          </ac:spMkLst>
        </pc:spChg>
        <pc:spChg chg="mod">
          <ac:chgData name="Jennifer Nuessen" userId="f3510c20-912a-427b-b845-0a6871564ca7" providerId="ADAL" clId="{56EEE041-EBB7-4FF5-9091-FD30A64B259A}" dt="2023-08-23T21:07:28.950" v="404" actId="20577"/>
          <ac:spMkLst>
            <pc:docMk/>
            <pc:sldMk cId="683498996" sldId="938"/>
            <ac:spMk id="4" creationId="{80D6888E-3287-F1FE-2E03-0454B97022F4}"/>
          </ac:spMkLst>
        </pc:spChg>
        <pc:picChg chg="add mod">
          <ac:chgData name="Jennifer Nuessen" userId="f3510c20-912a-427b-b845-0a6871564ca7" providerId="ADAL" clId="{56EEE041-EBB7-4FF5-9091-FD30A64B259A}" dt="2023-08-23T21:08:06.556" v="407" actId="1076"/>
          <ac:picMkLst>
            <pc:docMk/>
            <pc:sldMk cId="683498996" sldId="938"/>
            <ac:picMk id="6" creationId="{86B45636-2479-058F-2DC4-7C151A0EC1E9}"/>
          </ac:picMkLst>
        </pc:picChg>
      </pc:sldChg>
      <pc:sldMasterChg chg="modSp mod">
        <pc:chgData name="Jennifer Nuessen" userId="f3510c20-912a-427b-b845-0a6871564ca7" providerId="ADAL" clId="{56EEE041-EBB7-4FF5-9091-FD30A64B259A}" dt="2023-08-23T20:41:38.976" v="113" actId="20577"/>
        <pc:sldMasterMkLst>
          <pc:docMk/>
          <pc:sldMasterMk cId="991517703" sldId="2147483648"/>
        </pc:sldMasterMkLst>
        <pc:spChg chg="mod">
          <ac:chgData name="Jennifer Nuessen" userId="f3510c20-912a-427b-b845-0a6871564ca7" providerId="ADAL" clId="{56EEE041-EBB7-4FF5-9091-FD30A64B259A}" dt="2023-08-23T20:41:38.976" v="113" actId="20577"/>
          <ac:spMkLst>
            <pc:docMk/>
            <pc:sldMasterMk cId="991517703" sldId="2147483648"/>
            <ac:spMk id="10" creationId="{0BEA8E99-D66C-4D84-8E9C-18D607522D88}"/>
          </ac:spMkLst>
        </pc:spChg>
      </pc:sldMasterChg>
    </pc:docChg>
  </pc:docChgLst>
  <pc:docChgLst>
    <pc:chgData name="Kileen Harrison" userId="89ac2612-4752-4200-addf-974bba168746" providerId="ADAL" clId="{8B2D83B9-9395-4DD4-A8E5-521EB2FEACF7}"/>
    <pc:docChg chg="modSld">
      <pc:chgData name="Kileen Harrison" userId="89ac2612-4752-4200-addf-974bba168746" providerId="ADAL" clId="{8B2D83B9-9395-4DD4-A8E5-521EB2FEACF7}" dt="2022-08-31T21:45:44.459" v="1"/>
      <pc:docMkLst>
        <pc:docMk/>
      </pc:docMkLst>
      <pc:sldChg chg="modSp delCm">
        <pc:chgData name="Kileen Harrison" userId="89ac2612-4752-4200-addf-974bba168746" providerId="ADAL" clId="{8B2D83B9-9395-4DD4-A8E5-521EB2FEACF7}" dt="2022-08-31T21:45:44.459" v="1"/>
        <pc:sldMkLst>
          <pc:docMk/>
          <pc:sldMk cId="2707522227" sldId="912"/>
        </pc:sldMkLst>
        <pc:picChg chg="mod">
          <ac:chgData name="Kileen Harrison" userId="89ac2612-4752-4200-addf-974bba168746" providerId="ADAL" clId="{8B2D83B9-9395-4DD4-A8E5-521EB2FEACF7}" dt="2022-08-31T21:45:34.728" v="0" actId="14826"/>
          <ac:picMkLst>
            <pc:docMk/>
            <pc:sldMk cId="2707522227" sldId="912"/>
            <ac:picMk id="2050" creationId="{47AE2C04-8F9A-4703-B26A-CB76BF8DC6F4}"/>
          </ac:picMkLst>
        </pc:picChg>
      </pc:sldChg>
    </pc:docChg>
  </pc:docChgLst>
  <pc:docChgLst>
    <pc:chgData name="Kileen Harrison" userId="89ac2612-4752-4200-addf-974bba168746" providerId="ADAL" clId="{4F694EAE-CFEB-495F-906E-D072B084EA60}"/>
    <pc:docChg chg="modSld">
      <pc:chgData name="Kileen Harrison" userId="89ac2612-4752-4200-addf-974bba168746" providerId="ADAL" clId="{4F694EAE-CFEB-495F-906E-D072B084EA60}" dt="2022-03-02T16:29:29.065" v="23" actId="20577"/>
      <pc:docMkLst>
        <pc:docMk/>
      </pc:docMkLst>
      <pc:sldChg chg="modSp mod">
        <pc:chgData name="Kileen Harrison" userId="89ac2612-4752-4200-addf-974bba168746" providerId="ADAL" clId="{4F694EAE-CFEB-495F-906E-D072B084EA60}" dt="2022-03-02T16:26:04.721" v="21" actId="6549"/>
        <pc:sldMkLst>
          <pc:docMk/>
          <pc:sldMk cId="723158212" sldId="926"/>
        </pc:sldMkLst>
        <pc:spChg chg="mod">
          <ac:chgData name="Kileen Harrison" userId="89ac2612-4752-4200-addf-974bba168746" providerId="ADAL" clId="{4F694EAE-CFEB-495F-906E-D072B084EA60}" dt="2022-03-02T16:26:04.721" v="21" actId="6549"/>
          <ac:spMkLst>
            <pc:docMk/>
            <pc:sldMk cId="723158212" sldId="926"/>
            <ac:spMk id="3" creationId="{065982AE-496D-8E4C-B62D-137BEFC39377}"/>
          </ac:spMkLst>
        </pc:spChg>
      </pc:sldChg>
      <pc:sldChg chg="modSp mod">
        <pc:chgData name="Kileen Harrison" userId="89ac2612-4752-4200-addf-974bba168746" providerId="ADAL" clId="{4F694EAE-CFEB-495F-906E-D072B084EA60}" dt="2022-03-02T16:29:29.065" v="23" actId="20577"/>
        <pc:sldMkLst>
          <pc:docMk/>
          <pc:sldMk cId="3062080059" sldId="927"/>
        </pc:sldMkLst>
        <pc:spChg chg="mod">
          <ac:chgData name="Kileen Harrison" userId="89ac2612-4752-4200-addf-974bba168746" providerId="ADAL" clId="{4F694EAE-CFEB-495F-906E-D072B084EA60}" dt="2022-03-02T16:29:29.065" v="23" actId="20577"/>
          <ac:spMkLst>
            <pc:docMk/>
            <pc:sldMk cId="3062080059" sldId="927"/>
            <ac:spMk id="3" creationId="{065982AE-496D-8E4C-B62D-137BEFC39377}"/>
          </ac:spMkLst>
        </pc:spChg>
      </pc:sldChg>
    </pc:docChg>
  </pc:docChgLst>
  <pc:docChgLst>
    <pc:chgData name="Kileen Harrison" userId="89ac2612-4752-4200-addf-974bba168746" providerId="ADAL" clId="{AC99AA29-C4DA-42DD-A67B-885CF23BE625}"/>
    <pc:docChg chg="modMainMaster">
      <pc:chgData name="Kileen Harrison" userId="89ac2612-4752-4200-addf-974bba168746" providerId="ADAL" clId="{AC99AA29-C4DA-42DD-A67B-885CF23BE625}" dt="2022-03-04T15:12:25.596" v="1" actId="20577"/>
      <pc:docMkLst>
        <pc:docMk/>
      </pc:docMkLst>
      <pc:sldMasterChg chg="modSp mod">
        <pc:chgData name="Kileen Harrison" userId="89ac2612-4752-4200-addf-974bba168746" providerId="ADAL" clId="{AC99AA29-C4DA-42DD-A67B-885CF23BE625}" dt="2022-03-04T15:12:25.596" v="1" actId="20577"/>
        <pc:sldMasterMkLst>
          <pc:docMk/>
          <pc:sldMasterMk cId="991517703" sldId="2147483648"/>
        </pc:sldMasterMkLst>
        <pc:spChg chg="mod">
          <ac:chgData name="Kileen Harrison" userId="89ac2612-4752-4200-addf-974bba168746" providerId="ADAL" clId="{AC99AA29-C4DA-42DD-A67B-885CF23BE625}" dt="2022-03-04T15:12:25.596" v="1" actId="20577"/>
          <ac:spMkLst>
            <pc:docMk/>
            <pc:sldMasterMk cId="991517703" sldId="2147483648"/>
            <ac:spMk id="10" creationId="{0BEA8E99-D66C-4D84-8E9C-18D607522D88}"/>
          </ac:spMkLst>
        </pc:spChg>
      </pc:sldMasterChg>
    </pc:docChg>
  </pc:docChgLst>
  <pc:docChgLst>
    <pc:chgData name="Kileen Harrison" userId="89ac2612-4752-4200-addf-974bba168746" providerId="ADAL" clId="{A5C0392F-4EB0-4A00-A3AF-C5CFB51361BB}"/>
    <pc:docChg chg="modSld">
      <pc:chgData name="Kileen Harrison" userId="89ac2612-4752-4200-addf-974bba168746" providerId="ADAL" clId="{A5C0392F-4EB0-4A00-A3AF-C5CFB51361BB}" dt="2022-07-31T23:27:00.135" v="1" actId="20577"/>
      <pc:docMkLst>
        <pc:docMk/>
      </pc:docMkLst>
      <pc:sldChg chg="modSp mod">
        <pc:chgData name="Kileen Harrison" userId="89ac2612-4752-4200-addf-974bba168746" providerId="ADAL" clId="{A5C0392F-4EB0-4A00-A3AF-C5CFB51361BB}" dt="2022-07-31T23:27:00.135" v="1" actId="20577"/>
        <pc:sldMkLst>
          <pc:docMk/>
          <pc:sldMk cId="3758761807" sldId="900"/>
        </pc:sldMkLst>
        <pc:spChg chg="mod">
          <ac:chgData name="Kileen Harrison" userId="89ac2612-4752-4200-addf-974bba168746" providerId="ADAL" clId="{A5C0392F-4EB0-4A00-A3AF-C5CFB51361BB}" dt="2022-07-31T23:27:00.135" v="1" actId="20577"/>
          <ac:spMkLst>
            <pc:docMk/>
            <pc:sldMk cId="3758761807" sldId="900"/>
            <ac:spMk id="10" creationId="{95A440E3-2399-234F-BAE5-CFDCD8133EE3}"/>
          </ac:spMkLst>
        </pc:spChg>
      </pc:sldChg>
    </pc:docChg>
  </pc:docChgLst>
  <pc:docChgLst>
    <pc:chgData name="Kileen Harrison" userId="89ac2612-4752-4200-addf-974bba168746" providerId="ADAL" clId="{74BA8779-4736-4C7B-B201-FA1A63A148F0}"/>
    <pc:docChg chg="modSld">
      <pc:chgData name="Kileen Harrison" userId="89ac2612-4752-4200-addf-974bba168746" providerId="ADAL" clId="{74BA8779-4736-4C7B-B201-FA1A63A148F0}" dt="2022-07-12T17:56:55.563" v="5" actId="20577"/>
      <pc:docMkLst>
        <pc:docMk/>
      </pc:docMkLst>
      <pc:sldChg chg="modSp mod">
        <pc:chgData name="Kileen Harrison" userId="89ac2612-4752-4200-addf-974bba168746" providerId="ADAL" clId="{74BA8779-4736-4C7B-B201-FA1A63A148F0}" dt="2022-07-12T17:56:55.563" v="5" actId="20577"/>
        <pc:sldMkLst>
          <pc:docMk/>
          <pc:sldMk cId="723158212" sldId="926"/>
        </pc:sldMkLst>
        <pc:spChg chg="mod">
          <ac:chgData name="Kileen Harrison" userId="89ac2612-4752-4200-addf-974bba168746" providerId="ADAL" clId="{74BA8779-4736-4C7B-B201-FA1A63A148F0}" dt="2022-07-12T17:56:55.563" v="5" actId="20577"/>
          <ac:spMkLst>
            <pc:docMk/>
            <pc:sldMk cId="723158212" sldId="926"/>
            <ac:spMk id="3" creationId="{065982AE-496D-8E4C-B62D-137BEFC39377}"/>
          </ac:spMkLst>
        </pc:spChg>
      </pc:sldChg>
    </pc:docChg>
  </pc:docChgLst>
  <pc:docChgLst>
    <pc:chgData name="Lindsey Philbrick" userId="32321d5c-cb35-4555-96f5-31c567bf1c2e" providerId="ADAL" clId="{49FA0B72-BD05-4922-96C3-60726286CC68}"/>
    <pc:docChg chg="undo custSel modSld">
      <pc:chgData name="Lindsey Philbrick" userId="32321d5c-cb35-4555-96f5-31c567bf1c2e" providerId="ADAL" clId="{49FA0B72-BD05-4922-96C3-60726286CC68}" dt="2023-12-14T20:11:19.783" v="185" actId="2710"/>
      <pc:docMkLst>
        <pc:docMk/>
      </pc:docMkLst>
      <pc:sldChg chg="modSp mod">
        <pc:chgData name="Lindsey Philbrick" userId="32321d5c-cb35-4555-96f5-31c567bf1c2e" providerId="ADAL" clId="{49FA0B72-BD05-4922-96C3-60726286CC68}" dt="2023-12-14T15:53:03.362" v="184" actId="20577"/>
        <pc:sldMkLst>
          <pc:docMk/>
          <pc:sldMk cId="268292825" sldId="887"/>
        </pc:sldMkLst>
        <pc:spChg chg="mod">
          <ac:chgData name="Lindsey Philbrick" userId="32321d5c-cb35-4555-96f5-31c567bf1c2e" providerId="ADAL" clId="{49FA0B72-BD05-4922-96C3-60726286CC68}" dt="2023-12-14T15:53:03.362" v="184" actId="20577"/>
          <ac:spMkLst>
            <pc:docMk/>
            <pc:sldMk cId="268292825" sldId="887"/>
            <ac:spMk id="4" creationId="{17174A4B-0169-F64D-A513-9179A27A7170}"/>
          </ac:spMkLst>
        </pc:spChg>
      </pc:sldChg>
      <pc:sldChg chg="modSp mod">
        <pc:chgData name="Lindsey Philbrick" userId="32321d5c-cb35-4555-96f5-31c567bf1c2e" providerId="ADAL" clId="{49FA0B72-BD05-4922-96C3-60726286CC68}" dt="2023-12-14T15:52:57.937" v="183" actId="20577"/>
        <pc:sldMkLst>
          <pc:docMk/>
          <pc:sldMk cId="1212394538" sldId="888"/>
        </pc:sldMkLst>
        <pc:spChg chg="mod">
          <ac:chgData name="Lindsey Philbrick" userId="32321d5c-cb35-4555-96f5-31c567bf1c2e" providerId="ADAL" clId="{49FA0B72-BD05-4922-96C3-60726286CC68}" dt="2023-12-14T15:52:57.937" v="183" actId="20577"/>
          <ac:spMkLst>
            <pc:docMk/>
            <pc:sldMk cId="1212394538" sldId="888"/>
            <ac:spMk id="6" creationId="{A586A565-472F-674F-BA92-4286FABB6123}"/>
          </ac:spMkLst>
        </pc:spChg>
      </pc:sldChg>
      <pc:sldChg chg="modSp mod">
        <pc:chgData name="Lindsey Philbrick" userId="32321d5c-cb35-4555-96f5-31c567bf1c2e" providerId="ADAL" clId="{49FA0B72-BD05-4922-96C3-60726286CC68}" dt="2023-12-14T15:52:43.433" v="179" actId="20577"/>
        <pc:sldMkLst>
          <pc:docMk/>
          <pc:sldMk cId="201728931" sldId="889"/>
        </pc:sldMkLst>
        <pc:spChg chg="mod">
          <ac:chgData name="Lindsey Philbrick" userId="32321d5c-cb35-4555-96f5-31c567bf1c2e" providerId="ADAL" clId="{49FA0B72-BD05-4922-96C3-60726286CC68}" dt="2023-12-14T15:52:43.433" v="179" actId="20577"/>
          <ac:spMkLst>
            <pc:docMk/>
            <pc:sldMk cId="201728931" sldId="889"/>
            <ac:spMk id="6" creationId="{E8554462-D928-C940-9524-C0827B793168}"/>
          </ac:spMkLst>
        </pc:spChg>
      </pc:sldChg>
      <pc:sldChg chg="modSp mod">
        <pc:chgData name="Lindsey Philbrick" userId="32321d5c-cb35-4555-96f5-31c567bf1c2e" providerId="ADAL" clId="{49FA0B72-BD05-4922-96C3-60726286CC68}" dt="2023-12-14T15:52:25.385" v="175" actId="20577"/>
        <pc:sldMkLst>
          <pc:docMk/>
          <pc:sldMk cId="1113113706" sldId="890"/>
        </pc:sldMkLst>
        <pc:spChg chg="mod">
          <ac:chgData name="Lindsey Philbrick" userId="32321d5c-cb35-4555-96f5-31c567bf1c2e" providerId="ADAL" clId="{49FA0B72-BD05-4922-96C3-60726286CC68}" dt="2023-12-14T15:52:25.385" v="175" actId="20577"/>
          <ac:spMkLst>
            <pc:docMk/>
            <pc:sldMk cId="1113113706" sldId="890"/>
            <ac:spMk id="6" creationId="{FBF62CEB-EB6B-D444-A101-3A93F8EB97B3}"/>
          </ac:spMkLst>
        </pc:spChg>
      </pc:sldChg>
      <pc:sldChg chg="modSp mod">
        <pc:chgData name="Lindsey Philbrick" userId="32321d5c-cb35-4555-96f5-31c567bf1c2e" providerId="ADAL" clId="{49FA0B72-BD05-4922-96C3-60726286CC68}" dt="2023-12-14T15:52:21.593" v="174" actId="20577"/>
        <pc:sldMkLst>
          <pc:docMk/>
          <pc:sldMk cId="1379169773" sldId="891"/>
        </pc:sldMkLst>
        <pc:spChg chg="mod">
          <ac:chgData name="Lindsey Philbrick" userId="32321d5c-cb35-4555-96f5-31c567bf1c2e" providerId="ADAL" clId="{49FA0B72-BD05-4922-96C3-60726286CC68}" dt="2023-12-14T15:52:21.593" v="174" actId="20577"/>
          <ac:spMkLst>
            <pc:docMk/>
            <pc:sldMk cId="1379169773" sldId="891"/>
            <ac:spMk id="6" creationId="{9C2673FC-F315-F645-8EF6-211210521CA0}"/>
          </ac:spMkLst>
        </pc:spChg>
      </pc:sldChg>
      <pc:sldChg chg="modSp mod">
        <pc:chgData name="Lindsey Philbrick" userId="32321d5c-cb35-4555-96f5-31c567bf1c2e" providerId="ADAL" clId="{49FA0B72-BD05-4922-96C3-60726286CC68}" dt="2023-12-14T15:52:17.928" v="173" actId="20577"/>
        <pc:sldMkLst>
          <pc:docMk/>
          <pc:sldMk cId="699119359" sldId="892"/>
        </pc:sldMkLst>
        <pc:spChg chg="mod">
          <ac:chgData name="Lindsey Philbrick" userId="32321d5c-cb35-4555-96f5-31c567bf1c2e" providerId="ADAL" clId="{49FA0B72-BD05-4922-96C3-60726286CC68}" dt="2023-12-14T15:52:17.928" v="173" actId="20577"/>
          <ac:spMkLst>
            <pc:docMk/>
            <pc:sldMk cId="699119359" sldId="892"/>
            <ac:spMk id="7" creationId="{2229FF2D-70C9-A34D-A424-88DC5BD1C7D3}"/>
          </ac:spMkLst>
        </pc:spChg>
      </pc:sldChg>
      <pc:sldChg chg="modSp mod">
        <pc:chgData name="Lindsey Philbrick" userId="32321d5c-cb35-4555-96f5-31c567bf1c2e" providerId="ADAL" clId="{49FA0B72-BD05-4922-96C3-60726286CC68}" dt="2023-12-14T15:52:08.913" v="171" actId="20577"/>
        <pc:sldMkLst>
          <pc:docMk/>
          <pc:sldMk cId="1578273563" sldId="894"/>
        </pc:sldMkLst>
        <pc:spChg chg="mod">
          <ac:chgData name="Lindsey Philbrick" userId="32321d5c-cb35-4555-96f5-31c567bf1c2e" providerId="ADAL" clId="{49FA0B72-BD05-4922-96C3-60726286CC68}" dt="2023-12-14T15:52:08.913" v="171" actId="20577"/>
          <ac:spMkLst>
            <pc:docMk/>
            <pc:sldMk cId="1578273563" sldId="894"/>
            <ac:spMk id="9" creationId="{63279EB5-ECB2-514D-81BE-320B00964CAA}"/>
          </ac:spMkLst>
        </pc:spChg>
      </pc:sldChg>
      <pc:sldChg chg="modSp mod">
        <pc:chgData name="Lindsey Philbrick" userId="32321d5c-cb35-4555-96f5-31c567bf1c2e" providerId="ADAL" clId="{49FA0B72-BD05-4922-96C3-60726286CC68}" dt="2023-12-14T15:52:01.801" v="169" actId="20577"/>
        <pc:sldMkLst>
          <pc:docMk/>
          <pc:sldMk cId="2946911073" sldId="895"/>
        </pc:sldMkLst>
        <pc:spChg chg="mod">
          <ac:chgData name="Lindsey Philbrick" userId="32321d5c-cb35-4555-96f5-31c567bf1c2e" providerId="ADAL" clId="{49FA0B72-BD05-4922-96C3-60726286CC68}" dt="2023-12-14T15:52:01.801" v="169" actId="20577"/>
          <ac:spMkLst>
            <pc:docMk/>
            <pc:sldMk cId="2946911073" sldId="895"/>
            <ac:spMk id="6" creationId="{7C296FF8-E60A-F943-9AEF-133A70FE7CC2}"/>
          </ac:spMkLst>
        </pc:spChg>
      </pc:sldChg>
      <pc:sldChg chg="modSp mod">
        <pc:chgData name="Lindsey Philbrick" userId="32321d5c-cb35-4555-96f5-31c567bf1c2e" providerId="ADAL" clId="{49FA0B72-BD05-4922-96C3-60726286CC68}" dt="2023-12-14T15:51:58.073" v="168" actId="20577"/>
        <pc:sldMkLst>
          <pc:docMk/>
          <pc:sldMk cId="1396288078" sldId="896"/>
        </pc:sldMkLst>
        <pc:spChg chg="mod">
          <ac:chgData name="Lindsey Philbrick" userId="32321d5c-cb35-4555-96f5-31c567bf1c2e" providerId="ADAL" clId="{49FA0B72-BD05-4922-96C3-60726286CC68}" dt="2023-12-14T15:51:58.073" v="168" actId="20577"/>
          <ac:spMkLst>
            <pc:docMk/>
            <pc:sldMk cId="1396288078" sldId="896"/>
            <ac:spMk id="6" creationId="{94AD9C52-82B3-1242-85E6-0757B38F4F87}"/>
          </ac:spMkLst>
        </pc:spChg>
      </pc:sldChg>
      <pc:sldChg chg="modSp mod">
        <pc:chgData name="Lindsey Philbrick" userId="32321d5c-cb35-4555-96f5-31c567bf1c2e" providerId="ADAL" clId="{49FA0B72-BD05-4922-96C3-60726286CC68}" dt="2023-12-14T20:11:19.783" v="185" actId="2710"/>
        <pc:sldMkLst>
          <pc:docMk/>
          <pc:sldMk cId="2180998911" sldId="897"/>
        </pc:sldMkLst>
        <pc:spChg chg="mod">
          <ac:chgData name="Lindsey Philbrick" userId="32321d5c-cb35-4555-96f5-31c567bf1c2e" providerId="ADAL" clId="{49FA0B72-BD05-4922-96C3-60726286CC68}" dt="2023-12-14T15:51:54.273" v="167" actId="20577"/>
          <ac:spMkLst>
            <pc:docMk/>
            <pc:sldMk cId="2180998911" sldId="897"/>
            <ac:spMk id="6" creationId="{A73DBA89-1615-5D48-959E-6DDC9924763E}"/>
          </ac:spMkLst>
        </pc:spChg>
        <pc:spChg chg="mod">
          <ac:chgData name="Lindsey Philbrick" userId="32321d5c-cb35-4555-96f5-31c567bf1c2e" providerId="ADAL" clId="{49FA0B72-BD05-4922-96C3-60726286CC68}" dt="2023-12-14T20:11:19.783" v="185" actId="2710"/>
          <ac:spMkLst>
            <pc:docMk/>
            <pc:sldMk cId="2180998911" sldId="897"/>
            <ac:spMk id="8" creationId="{48A0ADB3-2913-A34C-998D-46F2649F32A7}"/>
          </ac:spMkLst>
        </pc:spChg>
      </pc:sldChg>
      <pc:sldChg chg="modSp mod">
        <pc:chgData name="Lindsey Philbrick" userId="32321d5c-cb35-4555-96f5-31c567bf1c2e" providerId="ADAL" clId="{49FA0B72-BD05-4922-96C3-60726286CC68}" dt="2023-12-14T15:51:50.928" v="166" actId="20577"/>
        <pc:sldMkLst>
          <pc:docMk/>
          <pc:sldMk cId="1409033790" sldId="898"/>
        </pc:sldMkLst>
        <pc:spChg chg="mod">
          <ac:chgData name="Lindsey Philbrick" userId="32321d5c-cb35-4555-96f5-31c567bf1c2e" providerId="ADAL" clId="{49FA0B72-BD05-4922-96C3-60726286CC68}" dt="2023-12-14T15:51:50.928" v="166" actId="20577"/>
          <ac:spMkLst>
            <pc:docMk/>
            <pc:sldMk cId="1409033790" sldId="898"/>
            <ac:spMk id="8" creationId="{71C8D03A-CCDD-7048-9C02-A3BDBB99A1B7}"/>
          </ac:spMkLst>
        </pc:spChg>
      </pc:sldChg>
      <pc:sldChg chg="modSp mod">
        <pc:chgData name="Lindsey Philbrick" userId="32321d5c-cb35-4555-96f5-31c567bf1c2e" providerId="ADAL" clId="{49FA0B72-BD05-4922-96C3-60726286CC68}" dt="2023-12-14T15:51:47.369" v="165" actId="20577"/>
        <pc:sldMkLst>
          <pc:docMk/>
          <pc:sldMk cId="3772339790" sldId="899"/>
        </pc:sldMkLst>
        <pc:spChg chg="mod">
          <ac:chgData name="Lindsey Philbrick" userId="32321d5c-cb35-4555-96f5-31c567bf1c2e" providerId="ADAL" clId="{49FA0B72-BD05-4922-96C3-60726286CC68}" dt="2023-12-14T15:51:47.369" v="165" actId="20577"/>
          <ac:spMkLst>
            <pc:docMk/>
            <pc:sldMk cId="3772339790" sldId="899"/>
            <ac:spMk id="8" creationId="{54E07329-876F-7B4D-A6D2-2FF5FF250E9A}"/>
          </ac:spMkLst>
        </pc:spChg>
      </pc:sldChg>
      <pc:sldChg chg="addSp delSp modSp mod">
        <pc:chgData name="Lindsey Philbrick" userId="32321d5c-cb35-4555-96f5-31c567bf1c2e" providerId="ADAL" clId="{49FA0B72-BD05-4922-96C3-60726286CC68}" dt="2023-12-14T15:51:43.514" v="164" actId="20577"/>
        <pc:sldMkLst>
          <pc:docMk/>
          <pc:sldMk cId="3758761807" sldId="900"/>
        </pc:sldMkLst>
        <pc:spChg chg="add del">
          <ac:chgData name="Lindsey Philbrick" userId="32321d5c-cb35-4555-96f5-31c567bf1c2e" providerId="ADAL" clId="{49FA0B72-BD05-4922-96C3-60726286CC68}" dt="2023-12-14T15:02:14.219" v="98" actId="22"/>
          <ac:spMkLst>
            <pc:docMk/>
            <pc:sldMk cId="3758761807" sldId="900"/>
            <ac:spMk id="3" creationId="{396EE007-F2C0-04B5-8C1F-B2A7C3BA00AF}"/>
          </ac:spMkLst>
        </pc:spChg>
        <pc:spChg chg="mod">
          <ac:chgData name="Lindsey Philbrick" userId="32321d5c-cb35-4555-96f5-31c567bf1c2e" providerId="ADAL" clId="{49FA0B72-BD05-4922-96C3-60726286CC68}" dt="2023-12-14T15:51:43.514" v="164" actId="20577"/>
          <ac:spMkLst>
            <pc:docMk/>
            <pc:sldMk cId="3758761807" sldId="900"/>
            <ac:spMk id="8" creationId="{6057A3EB-0935-1141-BB99-521CF3352961}"/>
          </ac:spMkLst>
        </pc:spChg>
      </pc:sldChg>
      <pc:sldChg chg="modSp mod">
        <pc:chgData name="Lindsey Philbrick" userId="32321d5c-cb35-4555-96f5-31c567bf1c2e" providerId="ADAL" clId="{49FA0B72-BD05-4922-96C3-60726286CC68}" dt="2023-12-14T15:51:39.881" v="163" actId="20577"/>
        <pc:sldMkLst>
          <pc:docMk/>
          <pc:sldMk cId="3357685112" sldId="901"/>
        </pc:sldMkLst>
        <pc:spChg chg="mod">
          <ac:chgData name="Lindsey Philbrick" userId="32321d5c-cb35-4555-96f5-31c567bf1c2e" providerId="ADAL" clId="{49FA0B72-BD05-4922-96C3-60726286CC68}" dt="2023-12-14T15:51:39.881" v="163" actId="20577"/>
          <ac:spMkLst>
            <pc:docMk/>
            <pc:sldMk cId="3357685112" sldId="901"/>
            <ac:spMk id="11" creationId="{F8A9DDB4-132B-534F-A8F6-8792057ECCB2}"/>
          </ac:spMkLst>
        </pc:spChg>
      </pc:sldChg>
      <pc:sldChg chg="modSp mod">
        <pc:chgData name="Lindsey Philbrick" userId="32321d5c-cb35-4555-96f5-31c567bf1c2e" providerId="ADAL" clId="{49FA0B72-BD05-4922-96C3-60726286CC68}" dt="2023-12-14T15:51:35.561" v="162" actId="20577"/>
        <pc:sldMkLst>
          <pc:docMk/>
          <pc:sldMk cId="894669546" sldId="902"/>
        </pc:sldMkLst>
        <pc:spChg chg="mod">
          <ac:chgData name="Lindsey Philbrick" userId="32321d5c-cb35-4555-96f5-31c567bf1c2e" providerId="ADAL" clId="{49FA0B72-BD05-4922-96C3-60726286CC68}" dt="2023-12-14T15:51:35.561" v="162" actId="20577"/>
          <ac:spMkLst>
            <pc:docMk/>
            <pc:sldMk cId="894669546" sldId="902"/>
            <ac:spMk id="10" creationId="{70B72034-87E2-1744-8D9B-DAAEC08D335C}"/>
          </ac:spMkLst>
        </pc:spChg>
      </pc:sldChg>
      <pc:sldChg chg="modSp mod">
        <pc:chgData name="Lindsey Philbrick" userId="32321d5c-cb35-4555-96f5-31c567bf1c2e" providerId="ADAL" clId="{49FA0B72-BD05-4922-96C3-60726286CC68}" dt="2023-12-14T15:51:31.538" v="161" actId="20577"/>
        <pc:sldMkLst>
          <pc:docMk/>
          <pc:sldMk cId="1383232642" sldId="903"/>
        </pc:sldMkLst>
        <pc:spChg chg="mod">
          <ac:chgData name="Lindsey Philbrick" userId="32321d5c-cb35-4555-96f5-31c567bf1c2e" providerId="ADAL" clId="{49FA0B72-BD05-4922-96C3-60726286CC68}" dt="2023-12-14T15:51:31.538" v="161" actId="20577"/>
          <ac:spMkLst>
            <pc:docMk/>
            <pc:sldMk cId="1383232642" sldId="903"/>
            <ac:spMk id="10" creationId="{86B4C1F1-7B5B-304F-95C1-FA6328A3137D}"/>
          </ac:spMkLst>
        </pc:spChg>
      </pc:sldChg>
      <pc:sldChg chg="modSp mod">
        <pc:chgData name="Lindsey Philbrick" userId="32321d5c-cb35-4555-96f5-31c567bf1c2e" providerId="ADAL" clId="{49FA0B72-BD05-4922-96C3-60726286CC68}" dt="2023-12-14T15:51:27.985" v="160" actId="20577"/>
        <pc:sldMkLst>
          <pc:docMk/>
          <pc:sldMk cId="2868376217" sldId="904"/>
        </pc:sldMkLst>
        <pc:spChg chg="mod">
          <ac:chgData name="Lindsey Philbrick" userId="32321d5c-cb35-4555-96f5-31c567bf1c2e" providerId="ADAL" clId="{49FA0B72-BD05-4922-96C3-60726286CC68}" dt="2023-12-14T15:51:27.985" v="160" actId="20577"/>
          <ac:spMkLst>
            <pc:docMk/>
            <pc:sldMk cId="2868376217" sldId="904"/>
            <ac:spMk id="10" creationId="{EE7CC6EC-0801-EC45-BE62-C457A7F7AB7E}"/>
          </ac:spMkLst>
        </pc:spChg>
      </pc:sldChg>
      <pc:sldChg chg="modSp mod">
        <pc:chgData name="Lindsey Philbrick" userId="32321d5c-cb35-4555-96f5-31c567bf1c2e" providerId="ADAL" clId="{49FA0B72-BD05-4922-96C3-60726286CC68}" dt="2023-12-14T15:09:53.182" v="130"/>
        <pc:sldMkLst>
          <pc:docMk/>
          <pc:sldMk cId="2404556909" sldId="905"/>
        </pc:sldMkLst>
        <pc:spChg chg="mod">
          <ac:chgData name="Lindsey Philbrick" userId="32321d5c-cb35-4555-96f5-31c567bf1c2e" providerId="ADAL" clId="{49FA0B72-BD05-4922-96C3-60726286CC68}" dt="2023-12-14T15:09:53.182" v="130"/>
          <ac:spMkLst>
            <pc:docMk/>
            <pc:sldMk cId="2404556909" sldId="905"/>
            <ac:spMk id="6" creationId="{15B0C6DF-B120-6949-97CA-7961E08F521C}"/>
          </ac:spMkLst>
        </pc:spChg>
      </pc:sldChg>
      <pc:sldChg chg="modSp mod">
        <pc:chgData name="Lindsey Philbrick" userId="32321d5c-cb35-4555-96f5-31c567bf1c2e" providerId="ADAL" clId="{49FA0B72-BD05-4922-96C3-60726286CC68}" dt="2023-12-14T15:10:30.183" v="134"/>
        <pc:sldMkLst>
          <pc:docMk/>
          <pc:sldMk cId="4164749344" sldId="906"/>
        </pc:sldMkLst>
        <pc:spChg chg="mod">
          <ac:chgData name="Lindsey Philbrick" userId="32321d5c-cb35-4555-96f5-31c567bf1c2e" providerId="ADAL" clId="{49FA0B72-BD05-4922-96C3-60726286CC68}" dt="2023-12-14T15:10:30.183" v="134"/>
          <ac:spMkLst>
            <pc:docMk/>
            <pc:sldMk cId="4164749344" sldId="906"/>
            <ac:spMk id="6" creationId="{097F3131-5894-1B4E-8D88-53293B77E805}"/>
          </ac:spMkLst>
        </pc:spChg>
      </pc:sldChg>
      <pc:sldChg chg="modSp mod">
        <pc:chgData name="Lindsey Philbrick" userId="32321d5c-cb35-4555-96f5-31c567bf1c2e" providerId="ADAL" clId="{49FA0B72-BD05-4922-96C3-60726286CC68}" dt="2023-12-14T15:11:34.474" v="142"/>
        <pc:sldMkLst>
          <pc:docMk/>
          <pc:sldMk cId="2318327320" sldId="907"/>
        </pc:sldMkLst>
        <pc:spChg chg="mod">
          <ac:chgData name="Lindsey Philbrick" userId="32321d5c-cb35-4555-96f5-31c567bf1c2e" providerId="ADAL" clId="{49FA0B72-BD05-4922-96C3-60726286CC68}" dt="2023-12-14T15:11:34.474" v="142"/>
          <ac:spMkLst>
            <pc:docMk/>
            <pc:sldMk cId="2318327320" sldId="907"/>
            <ac:spMk id="6" creationId="{EA4456FA-68FD-7444-B3F5-4132B6052993}"/>
          </ac:spMkLst>
        </pc:spChg>
      </pc:sldChg>
      <pc:sldChg chg="modSp mod">
        <pc:chgData name="Lindsey Philbrick" userId="32321d5c-cb35-4555-96f5-31c567bf1c2e" providerId="ADAL" clId="{49FA0B72-BD05-4922-96C3-60726286CC68}" dt="2023-12-14T15:52:54.225" v="182" actId="20577"/>
        <pc:sldMkLst>
          <pc:docMk/>
          <pc:sldMk cId="1655797126" sldId="921"/>
        </pc:sldMkLst>
        <pc:spChg chg="mod">
          <ac:chgData name="Lindsey Philbrick" userId="32321d5c-cb35-4555-96f5-31c567bf1c2e" providerId="ADAL" clId="{49FA0B72-BD05-4922-96C3-60726286CC68}" dt="2023-12-14T15:52:54.225" v="182" actId="20577"/>
          <ac:spMkLst>
            <pc:docMk/>
            <pc:sldMk cId="1655797126" sldId="921"/>
            <ac:spMk id="10" creationId="{EE7CC6EC-0801-EC45-BE62-C457A7F7AB7E}"/>
          </ac:spMkLst>
        </pc:spChg>
      </pc:sldChg>
      <pc:sldChg chg="modSp mod">
        <pc:chgData name="Lindsey Philbrick" userId="32321d5c-cb35-4555-96f5-31c567bf1c2e" providerId="ADAL" clId="{49FA0B72-BD05-4922-96C3-60726286CC68}" dt="2023-12-14T15:52:13.953" v="172" actId="20577"/>
        <pc:sldMkLst>
          <pc:docMk/>
          <pc:sldMk cId="2208108357" sldId="922"/>
        </pc:sldMkLst>
        <pc:spChg chg="mod">
          <ac:chgData name="Lindsey Philbrick" userId="32321d5c-cb35-4555-96f5-31c567bf1c2e" providerId="ADAL" clId="{49FA0B72-BD05-4922-96C3-60726286CC68}" dt="2023-12-14T15:52:13.953" v="172" actId="20577"/>
          <ac:spMkLst>
            <pc:docMk/>
            <pc:sldMk cId="2208108357" sldId="922"/>
            <ac:spMk id="10" creationId="{EE7CC6EC-0801-EC45-BE62-C457A7F7AB7E}"/>
          </ac:spMkLst>
        </pc:spChg>
      </pc:sldChg>
      <pc:sldChg chg="modSp mod">
        <pc:chgData name="Lindsey Philbrick" userId="32321d5c-cb35-4555-96f5-31c567bf1c2e" providerId="ADAL" clId="{49FA0B72-BD05-4922-96C3-60726286CC68}" dt="2023-12-14T15:08:18.408" v="122"/>
        <pc:sldMkLst>
          <pc:docMk/>
          <pc:sldMk cId="579901858" sldId="924"/>
        </pc:sldMkLst>
        <pc:spChg chg="mod">
          <ac:chgData name="Lindsey Philbrick" userId="32321d5c-cb35-4555-96f5-31c567bf1c2e" providerId="ADAL" clId="{49FA0B72-BD05-4922-96C3-60726286CC68}" dt="2023-12-14T15:08:18.408" v="122"/>
          <ac:spMkLst>
            <pc:docMk/>
            <pc:sldMk cId="579901858" sldId="924"/>
            <ac:spMk id="6" creationId="{EA4456FA-68FD-7444-B3F5-4132B6052993}"/>
          </ac:spMkLst>
        </pc:spChg>
      </pc:sldChg>
      <pc:sldChg chg="modSp mod">
        <pc:chgData name="Lindsey Philbrick" userId="32321d5c-cb35-4555-96f5-31c567bf1c2e" providerId="ADAL" clId="{49FA0B72-BD05-4922-96C3-60726286CC68}" dt="2023-12-14T15:09:05.671" v="126"/>
        <pc:sldMkLst>
          <pc:docMk/>
          <pc:sldMk cId="2296124504" sldId="925"/>
        </pc:sldMkLst>
        <pc:spChg chg="mod">
          <ac:chgData name="Lindsey Philbrick" userId="32321d5c-cb35-4555-96f5-31c567bf1c2e" providerId="ADAL" clId="{49FA0B72-BD05-4922-96C3-60726286CC68}" dt="2023-12-14T15:09:05.671" v="126"/>
          <ac:spMkLst>
            <pc:docMk/>
            <pc:sldMk cId="2296124504" sldId="925"/>
            <ac:spMk id="6" creationId="{EA4456FA-68FD-7444-B3F5-4132B6052993}"/>
          </ac:spMkLst>
        </pc:spChg>
      </pc:sldChg>
      <pc:sldChg chg="modSp mod">
        <pc:chgData name="Lindsey Philbrick" userId="32321d5c-cb35-4555-96f5-31c567bf1c2e" providerId="ADAL" clId="{49FA0B72-BD05-4922-96C3-60726286CC68}" dt="2023-12-14T15:52:36.145" v="177" actId="20577"/>
        <pc:sldMkLst>
          <pc:docMk/>
          <pc:sldMk cId="1338108701" sldId="930"/>
        </pc:sldMkLst>
        <pc:spChg chg="mod">
          <ac:chgData name="Lindsey Philbrick" userId="32321d5c-cb35-4555-96f5-31c567bf1c2e" providerId="ADAL" clId="{49FA0B72-BD05-4922-96C3-60726286CC68}" dt="2023-12-14T15:52:36.145" v="177" actId="20577"/>
          <ac:spMkLst>
            <pc:docMk/>
            <pc:sldMk cId="1338108701" sldId="930"/>
            <ac:spMk id="6" creationId="{E8554462-D928-C940-9524-C0827B793168}"/>
          </ac:spMkLst>
        </pc:spChg>
      </pc:sldChg>
      <pc:sldChg chg="modSp mod">
        <pc:chgData name="Lindsey Philbrick" userId="32321d5c-cb35-4555-96f5-31c567bf1c2e" providerId="ADAL" clId="{49FA0B72-BD05-4922-96C3-60726286CC68}" dt="2023-12-14T15:52:05.368" v="170" actId="20577"/>
        <pc:sldMkLst>
          <pc:docMk/>
          <pc:sldMk cId="1147806937" sldId="931"/>
        </pc:sldMkLst>
        <pc:spChg chg="mod">
          <ac:chgData name="Lindsey Philbrick" userId="32321d5c-cb35-4555-96f5-31c567bf1c2e" providerId="ADAL" clId="{49FA0B72-BD05-4922-96C3-60726286CC68}" dt="2023-12-14T15:52:05.368" v="170" actId="20577"/>
          <ac:spMkLst>
            <pc:docMk/>
            <pc:sldMk cId="1147806937" sldId="931"/>
            <ac:spMk id="9" creationId="{63279EB5-ECB2-514D-81BE-320B00964CAA}"/>
          </ac:spMkLst>
        </pc:spChg>
      </pc:sldChg>
      <pc:sldChg chg="modSp mod">
        <pc:chgData name="Lindsey Philbrick" userId="32321d5c-cb35-4555-96f5-31c567bf1c2e" providerId="ADAL" clId="{49FA0B72-BD05-4922-96C3-60726286CC68}" dt="2023-12-14T15:52:50.673" v="181" actId="20577"/>
        <pc:sldMkLst>
          <pc:docMk/>
          <pc:sldMk cId="4173451471" sldId="933"/>
        </pc:sldMkLst>
        <pc:spChg chg="mod">
          <ac:chgData name="Lindsey Philbrick" userId="32321d5c-cb35-4555-96f5-31c567bf1c2e" providerId="ADAL" clId="{49FA0B72-BD05-4922-96C3-60726286CC68}" dt="2023-12-14T15:52:50.673" v="181" actId="20577"/>
          <ac:spMkLst>
            <pc:docMk/>
            <pc:sldMk cId="4173451471" sldId="933"/>
            <ac:spMk id="4" creationId="{175F74D5-E26A-C58F-46A4-2FF15A0A9686}"/>
          </ac:spMkLst>
        </pc:spChg>
      </pc:sldChg>
      <pc:sldChg chg="modSp mod">
        <pc:chgData name="Lindsey Philbrick" userId="32321d5c-cb35-4555-96f5-31c567bf1c2e" providerId="ADAL" clId="{49FA0B72-BD05-4922-96C3-60726286CC68}" dt="2023-12-14T15:52:46.993" v="180" actId="20577"/>
        <pc:sldMkLst>
          <pc:docMk/>
          <pc:sldMk cId="703225346" sldId="934"/>
        </pc:sldMkLst>
        <pc:spChg chg="mod">
          <ac:chgData name="Lindsey Philbrick" userId="32321d5c-cb35-4555-96f5-31c567bf1c2e" providerId="ADAL" clId="{49FA0B72-BD05-4922-96C3-60726286CC68}" dt="2023-12-14T15:52:46.993" v="180" actId="20577"/>
          <ac:spMkLst>
            <pc:docMk/>
            <pc:sldMk cId="703225346" sldId="934"/>
            <ac:spMk id="4" creationId="{DA0C9400-94AB-C4F5-B8D3-E64CBCD2CC14}"/>
          </ac:spMkLst>
        </pc:spChg>
      </pc:sldChg>
      <pc:sldChg chg="modSp mod">
        <pc:chgData name="Lindsey Philbrick" userId="32321d5c-cb35-4555-96f5-31c567bf1c2e" providerId="ADAL" clId="{49FA0B72-BD05-4922-96C3-60726286CC68}" dt="2023-12-14T15:52:29.393" v="176" actId="20577"/>
        <pc:sldMkLst>
          <pc:docMk/>
          <pc:sldMk cId="1183617158" sldId="935"/>
        </pc:sldMkLst>
        <pc:spChg chg="mod">
          <ac:chgData name="Lindsey Philbrick" userId="32321d5c-cb35-4555-96f5-31c567bf1c2e" providerId="ADAL" clId="{49FA0B72-BD05-4922-96C3-60726286CC68}" dt="2023-12-14T15:52:29.393" v="176" actId="20577"/>
          <ac:spMkLst>
            <pc:docMk/>
            <pc:sldMk cId="1183617158" sldId="935"/>
            <ac:spMk id="4" creationId="{5C2CE9C2-E984-F45B-1B6F-4FD6B4B977CF}"/>
          </ac:spMkLst>
        </pc:spChg>
      </pc:sldChg>
      <pc:sldChg chg="modSp mod">
        <pc:chgData name="Lindsey Philbrick" userId="32321d5c-cb35-4555-96f5-31c567bf1c2e" providerId="ADAL" clId="{49FA0B72-BD05-4922-96C3-60726286CC68}" dt="2023-12-14T15:52:39.577" v="178" actId="20577"/>
        <pc:sldMkLst>
          <pc:docMk/>
          <pc:sldMk cId="1209067655" sldId="937"/>
        </pc:sldMkLst>
        <pc:spChg chg="mod">
          <ac:chgData name="Lindsey Philbrick" userId="32321d5c-cb35-4555-96f5-31c567bf1c2e" providerId="ADAL" clId="{49FA0B72-BD05-4922-96C3-60726286CC68}" dt="2023-12-14T15:52:39.577" v="178" actId="20577"/>
          <ac:spMkLst>
            <pc:docMk/>
            <pc:sldMk cId="1209067655" sldId="937"/>
            <ac:spMk id="6" creationId="{E8554462-D928-C940-9524-C0827B793168}"/>
          </ac:spMkLst>
        </pc:spChg>
      </pc:sldChg>
      <pc:sldChg chg="modSp mod">
        <pc:chgData name="Lindsey Philbrick" userId="32321d5c-cb35-4555-96f5-31c567bf1c2e" providerId="ADAL" clId="{49FA0B72-BD05-4922-96C3-60726286CC68}" dt="2023-12-14T15:50:59.953" v="159" actId="20577"/>
        <pc:sldMkLst>
          <pc:docMk/>
          <pc:sldMk cId="683498996" sldId="938"/>
        </pc:sldMkLst>
        <pc:spChg chg="mod">
          <ac:chgData name="Lindsey Philbrick" userId="32321d5c-cb35-4555-96f5-31c567bf1c2e" providerId="ADAL" clId="{49FA0B72-BD05-4922-96C3-60726286CC68}" dt="2023-12-14T15:50:59.953" v="159" actId="20577"/>
          <ac:spMkLst>
            <pc:docMk/>
            <pc:sldMk cId="683498996" sldId="938"/>
            <ac:spMk id="4" creationId="{80D6888E-3287-F1FE-2E03-0454B97022F4}"/>
          </ac:spMkLst>
        </pc:spChg>
      </pc:sldChg>
    </pc:docChg>
  </pc:docChgLst>
  <pc:docChgLst>
    <pc:chgData name="Kileen Harrison" userId="89ac2612-4752-4200-addf-974bba168746" providerId="ADAL" clId="{6E8AA843-7AC3-45BC-8F8A-EC19F64AB8D8}"/>
    <pc:docChg chg="undo custSel modSld">
      <pc:chgData name="Kileen Harrison" userId="89ac2612-4752-4200-addf-974bba168746" providerId="ADAL" clId="{6E8AA843-7AC3-45BC-8F8A-EC19F64AB8D8}" dt="2022-08-30T17:28:12.134" v="31"/>
      <pc:docMkLst>
        <pc:docMk/>
      </pc:docMkLst>
      <pc:sldChg chg="modSp mod">
        <pc:chgData name="Kileen Harrison" userId="89ac2612-4752-4200-addf-974bba168746" providerId="ADAL" clId="{6E8AA843-7AC3-45BC-8F8A-EC19F64AB8D8}" dt="2022-08-30T17:21:13.482" v="13" actId="20577"/>
        <pc:sldMkLst>
          <pc:docMk/>
          <pc:sldMk cId="2361070337" sldId="274"/>
        </pc:sldMkLst>
        <pc:spChg chg="mod">
          <ac:chgData name="Kileen Harrison" userId="89ac2612-4752-4200-addf-974bba168746" providerId="ADAL" clId="{6E8AA843-7AC3-45BC-8F8A-EC19F64AB8D8}" dt="2022-08-30T17:21:13.482" v="13" actId="20577"/>
          <ac:spMkLst>
            <pc:docMk/>
            <pc:sldMk cId="2361070337" sldId="274"/>
            <ac:spMk id="5" creationId="{00000000-0000-0000-0000-000000000000}"/>
          </ac:spMkLst>
        </pc:spChg>
      </pc:sldChg>
      <pc:sldChg chg="addCm modCm">
        <pc:chgData name="Kileen Harrison" userId="89ac2612-4752-4200-addf-974bba168746" providerId="ADAL" clId="{6E8AA843-7AC3-45BC-8F8A-EC19F64AB8D8}" dt="2022-08-30T17:28:12.134" v="31"/>
        <pc:sldMkLst>
          <pc:docMk/>
          <pc:sldMk cId="2707522227" sldId="912"/>
        </pc:sldMkLst>
      </pc:sldChg>
      <pc:sldChg chg="modSp mod">
        <pc:chgData name="Kileen Harrison" userId="89ac2612-4752-4200-addf-974bba168746" providerId="ADAL" clId="{6E8AA843-7AC3-45BC-8F8A-EC19F64AB8D8}" dt="2022-08-30T17:22:35.039" v="29" actId="20577"/>
        <pc:sldMkLst>
          <pc:docMk/>
          <pc:sldMk cId="2226382953" sldId="914"/>
        </pc:sldMkLst>
        <pc:spChg chg="mod">
          <ac:chgData name="Kileen Harrison" userId="89ac2612-4752-4200-addf-974bba168746" providerId="ADAL" clId="{6E8AA843-7AC3-45BC-8F8A-EC19F64AB8D8}" dt="2022-08-30T17:22:35.039" v="29" actId="20577"/>
          <ac:spMkLst>
            <pc:docMk/>
            <pc:sldMk cId="2226382953" sldId="914"/>
            <ac:spMk id="5" creationId="{00000000-0000-0000-0000-000000000000}"/>
          </ac:spMkLst>
        </pc:spChg>
      </pc:sldChg>
    </pc:docChg>
  </pc:docChgLst>
  <pc:docChgLst>
    <pc:chgData name="Lindsey Philbrick" userId="32321d5c-cb35-4555-96f5-31c567bf1c2e" providerId="ADAL" clId="{7929583A-8D8D-4F1E-9AB0-11A6B01A8F5B}"/>
    <pc:docChg chg="custSel modSld sldOrd">
      <pc:chgData name="Lindsey Philbrick" userId="32321d5c-cb35-4555-96f5-31c567bf1c2e" providerId="ADAL" clId="{7929583A-8D8D-4F1E-9AB0-11A6B01A8F5B}" dt="2023-08-25T13:37:17.287" v="28" actId="113"/>
      <pc:docMkLst>
        <pc:docMk/>
      </pc:docMkLst>
      <pc:sldChg chg="modSp mod">
        <pc:chgData name="Lindsey Philbrick" userId="32321d5c-cb35-4555-96f5-31c567bf1c2e" providerId="ADAL" clId="{7929583A-8D8D-4F1E-9AB0-11A6B01A8F5B}" dt="2023-08-25T13:29:19.387" v="17" actId="1076"/>
        <pc:sldMkLst>
          <pc:docMk/>
          <pc:sldMk cId="3758761807" sldId="900"/>
        </pc:sldMkLst>
        <pc:spChg chg="mod">
          <ac:chgData name="Lindsey Philbrick" userId="32321d5c-cb35-4555-96f5-31c567bf1c2e" providerId="ADAL" clId="{7929583A-8D8D-4F1E-9AB0-11A6B01A8F5B}" dt="2023-08-25T13:29:19.387" v="17" actId="1076"/>
          <ac:spMkLst>
            <pc:docMk/>
            <pc:sldMk cId="3758761807" sldId="900"/>
            <ac:spMk id="8" creationId="{6057A3EB-0935-1141-BB99-521CF3352961}"/>
          </ac:spMkLst>
        </pc:spChg>
        <pc:spChg chg="mod">
          <ac:chgData name="Lindsey Philbrick" userId="32321d5c-cb35-4555-96f5-31c567bf1c2e" providerId="ADAL" clId="{7929583A-8D8D-4F1E-9AB0-11A6B01A8F5B}" dt="2023-08-25T13:29:10.782" v="16" actId="255"/>
          <ac:spMkLst>
            <pc:docMk/>
            <pc:sldMk cId="3758761807" sldId="900"/>
            <ac:spMk id="10" creationId="{95A440E3-2399-234F-BAE5-CFDCD8133EE3}"/>
          </ac:spMkLst>
        </pc:spChg>
      </pc:sldChg>
      <pc:sldChg chg="modSp mod">
        <pc:chgData name="Lindsey Philbrick" userId="32321d5c-cb35-4555-96f5-31c567bf1c2e" providerId="ADAL" clId="{7929583A-8D8D-4F1E-9AB0-11A6B01A8F5B}" dt="2023-08-25T13:30:55.679" v="18"/>
        <pc:sldMkLst>
          <pc:docMk/>
          <pc:sldMk cId="1383232642" sldId="903"/>
        </pc:sldMkLst>
        <pc:spChg chg="mod">
          <ac:chgData name="Lindsey Philbrick" userId="32321d5c-cb35-4555-96f5-31c567bf1c2e" providerId="ADAL" clId="{7929583A-8D8D-4F1E-9AB0-11A6B01A8F5B}" dt="2023-08-25T13:30:55.679" v="18"/>
          <ac:spMkLst>
            <pc:docMk/>
            <pc:sldMk cId="1383232642" sldId="903"/>
            <ac:spMk id="9" creationId="{28877B3D-5089-C64D-BC81-EDE247A11522}"/>
          </ac:spMkLst>
        </pc:spChg>
      </pc:sldChg>
      <pc:sldChg chg="ord">
        <pc:chgData name="Lindsey Philbrick" userId="32321d5c-cb35-4555-96f5-31c567bf1c2e" providerId="ADAL" clId="{7929583A-8D8D-4F1E-9AB0-11A6B01A8F5B}" dt="2023-08-25T13:17:07.161" v="5"/>
        <pc:sldMkLst>
          <pc:docMk/>
          <pc:sldMk cId="1069073450" sldId="908"/>
        </pc:sldMkLst>
      </pc:sldChg>
      <pc:sldChg chg="modSp mod">
        <pc:chgData name="Lindsey Philbrick" userId="32321d5c-cb35-4555-96f5-31c567bf1c2e" providerId="ADAL" clId="{7929583A-8D8D-4F1E-9AB0-11A6B01A8F5B}" dt="2023-08-25T13:37:17.287" v="28" actId="113"/>
        <pc:sldMkLst>
          <pc:docMk/>
          <pc:sldMk cId="1338108701" sldId="930"/>
        </pc:sldMkLst>
        <pc:spChg chg="mod">
          <ac:chgData name="Lindsey Philbrick" userId="32321d5c-cb35-4555-96f5-31c567bf1c2e" providerId="ADAL" clId="{7929583A-8D8D-4F1E-9AB0-11A6B01A8F5B}" dt="2023-08-25T13:37:17.287" v="28" actId="113"/>
          <ac:spMkLst>
            <pc:docMk/>
            <pc:sldMk cId="1338108701" sldId="930"/>
            <ac:spMk id="5" creationId="{D651944C-A577-BE40-86BE-7F08B25152B1}"/>
          </ac:spMkLst>
        </pc:spChg>
      </pc:sldChg>
      <pc:sldChg chg="modSp mod">
        <pc:chgData name="Lindsey Philbrick" userId="32321d5c-cb35-4555-96f5-31c567bf1c2e" providerId="ADAL" clId="{7929583A-8D8D-4F1E-9AB0-11A6B01A8F5B}" dt="2023-08-25T13:36:32.898" v="26" actId="113"/>
        <pc:sldMkLst>
          <pc:docMk/>
          <pc:sldMk cId="1147806937" sldId="931"/>
        </pc:sldMkLst>
        <pc:spChg chg="mod">
          <ac:chgData name="Lindsey Philbrick" userId="32321d5c-cb35-4555-96f5-31c567bf1c2e" providerId="ADAL" clId="{7929583A-8D8D-4F1E-9AB0-11A6B01A8F5B}" dt="2023-08-25T13:36:32.898" v="26" actId="113"/>
          <ac:spMkLst>
            <pc:docMk/>
            <pc:sldMk cId="1147806937" sldId="931"/>
            <ac:spMk id="8" creationId="{4767CEC1-C8A2-B943-AAEE-448B8B0B175B}"/>
          </ac:spMkLst>
        </pc:spChg>
      </pc:sldChg>
      <pc:sldChg chg="modSp mod">
        <pc:chgData name="Lindsey Philbrick" userId="32321d5c-cb35-4555-96f5-31c567bf1c2e" providerId="ADAL" clId="{7929583A-8D8D-4F1E-9AB0-11A6B01A8F5B}" dt="2023-08-25T13:14:03.095" v="3" actId="255"/>
        <pc:sldMkLst>
          <pc:docMk/>
          <pc:sldMk cId="4173451471" sldId="933"/>
        </pc:sldMkLst>
        <pc:spChg chg="mod">
          <ac:chgData name="Lindsey Philbrick" userId="32321d5c-cb35-4555-96f5-31c567bf1c2e" providerId="ADAL" clId="{7929583A-8D8D-4F1E-9AB0-11A6B01A8F5B}" dt="2023-08-25T13:14:03.095" v="3" actId="255"/>
          <ac:spMkLst>
            <pc:docMk/>
            <pc:sldMk cId="4173451471" sldId="933"/>
            <ac:spMk id="3" creationId="{E6966800-B76E-3F8A-BD38-1882C3D38B35}"/>
          </ac:spMkLst>
        </pc:spChg>
      </pc:sldChg>
      <pc:sldChg chg="modSp mod">
        <pc:chgData name="Lindsey Philbrick" userId="32321d5c-cb35-4555-96f5-31c567bf1c2e" providerId="ADAL" clId="{7929583A-8D8D-4F1E-9AB0-11A6B01A8F5B}" dt="2023-08-25T13:18:49.759" v="7" actId="27636"/>
        <pc:sldMkLst>
          <pc:docMk/>
          <pc:sldMk cId="703225346" sldId="934"/>
        </pc:sldMkLst>
        <pc:spChg chg="mod">
          <ac:chgData name="Lindsey Philbrick" userId="32321d5c-cb35-4555-96f5-31c567bf1c2e" providerId="ADAL" clId="{7929583A-8D8D-4F1E-9AB0-11A6B01A8F5B}" dt="2023-08-25T13:18:49.759" v="7" actId="27636"/>
          <ac:spMkLst>
            <pc:docMk/>
            <pc:sldMk cId="703225346" sldId="934"/>
            <ac:spMk id="3" creationId="{E8DFAF51-6D31-B6CE-E86D-782D4910D00B}"/>
          </ac:spMkLst>
        </pc:spChg>
      </pc:sldChg>
      <pc:sldChg chg="modSp mod">
        <pc:chgData name="Lindsey Philbrick" userId="32321d5c-cb35-4555-96f5-31c567bf1c2e" providerId="ADAL" clId="{7929583A-8D8D-4F1E-9AB0-11A6B01A8F5B}" dt="2023-08-25T13:24:07.206" v="10" actId="27636"/>
        <pc:sldMkLst>
          <pc:docMk/>
          <pc:sldMk cId="1183617158" sldId="935"/>
        </pc:sldMkLst>
        <pc:spChg chg="mod">
          <ac:chgData name="Lindsey Philbrick" userId="32321d5c-cb35-4555-96f5-31c567bf1c2e" providerId="ADAL" clId="{7929583A-8D8D-4F1E-9AB0-11A6B01A8F5B}" dt="2023-08-25T13:24:07.206" v="10" actId="27636"/>
          <ac:spMkLst>
            <pc:docMk/>
            <pc:sldMk cId="1183617158" sldId="935"/>
            <ac:spMk id="3" creationId="{0F05D285-21D9-6AEE-D017-4B23C621C146}"/>
          </ac:spMkLst>
        </pc:spChg>
      </pc:sldChg>
      <pc:sldChg chg="modSp mod">
        <pc:chgData name="Lindsey Philbrick" userId="32321d5c-cb35-4555-96f5-31c567bf1c2e" providerId="ADAL" clId="{7929583A-8D8D-4F1E-9AB0-11A6B01A8F5B}" dt="2023-08-25T13:22:14.761" v="8" actId="255"/>
        <pc:sldMkLst>
          <pc:docMk/>
          <pc:sldMk cId="1209067655" sldId="937"/>
        </pc:sldMkLst>
        <pc:spChg chg="mod">
          <ac:chgData name="Lindsey Philbrick" userId="32321d5c-cb35-4555-96f5-31c567bf1c2e" providerId="ADAL" clId="{7929583A-8D8D-4F1E-9AB0-11A6B01A8F5B}" dt="2023-08-25T13:22:14.761" v="8" actId="255"/>
          <ac:spMkLst>
            <pc:docMk/>
            <pc:sldMk cId="1209067655" sldId="937"/>
            <ac:spMk id="5" creationId="{D651944C-A577-BE40-86BE-7F08B25152B1}"/>
          </ac:spMkLst>
        </pc:spChg>
      </pc:sldChg>
      <pc:sldChg chg="modSp mod">
        <pc:chgData name="Lindsey Philbrick" userId="32321d5c-cb35-4555-96f5-31c567bf1c2e" providerId="ADAL" clId="{7929583A-8D8D-4F1E-9AB0-11A6B01A8F5B}" dt="2023-08-25T13:35:08.846" v="19" actId="255"/>
        <pc:sldMkLst>
          <pc:docMk/>
          <pc:sldMk cId="683498996" sldId="938"/>
        </pc:sldMkLst>
        <pc:spChg chg="mod">
          <ac:chgData name="Lindsey Philbrick" userId="32321d5c-cb35-4555-96f5-31c567bf1c2e" providerId="ADAL" clId="{7929583A-8D8D-4F1E-9AB0-11A6B01A8F5B}" dt="2023-08-25T13:35:08.846" v="19" actId="255"/>
          <ac:spMkLst>
            <pc:docMk/>
            <pc:sldMk cId="683498996" sldId="938"/>
            <ac:spMk id="3" creationId="{97BF2D95-F8B8-A885-CC2D-0AFAE636EF3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12530-4A8B-41BC-A28E-0663BC5734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CBDF21-21FA-4508-B148-E15B854EE3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t>12/18/2023</a:t>
            </a:fld>
            <a:endParaRPr lang="en-US" dirty="0"/>
          </a:p>
        </p:txBody>
      </p:sp>
      <p:sp>
        <p:nvSpPr>
          <p:cNvPr id="4" name="Footer Placeholder 3">
            <a:extLst>
              <a:ext uri="{FF2B5EF4-FFF2-40B4-BE49-F238E27FC236}">
                <a16:creationId xmlns:a16="http://schemas.microsoft.com/office/drawing/2014/main" id="{9B51EC23-CDF3-4827-AE9E-C49A859BD4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0402880-E203-4DFE-B721-9D7EB321BB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t>‹#›</a:t>
            </a:fld>
            <a:endParaRPr lang="en-US" dirty="0"/>
          </a:p>
        </p:txBody>
      </p:sp>
    </p:spTree>
    <p:extLst>
      <p:ext uri="{BB962C8B-B14F-4D97-AF65-F5344CB8AC3E}">
        <p14:creationId xmlns:p14="http://schemas.microsoft.com/office/powerpoint/2010/main" val="3079986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t>12/18/2023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t>‹#›</a:t>
            </a:fld>
            <a:endParaRPr lang="en-US" dirty="0"/>
          </a:p>
        </p:txBody>
      </p:sp>
    </p:spTree>
    <p:extLst>
      <p:ext uri="{BB962C8B-B14F-4D97-AF65-F5344CB8AC3E}">
        <p14:creationId xmlns:p14="http://schemas.microsoft.com/office/powerpoint/2010/main" val="141208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in this section should come from the appraisal plan. The idea here is not to duplicate the contents of the plan, but to provide a summary for the Appraisal Sponsor, and the personnel from the OU who will see these findings.</a:t>
            </a:r>
          </a:p>
          <a:p>
            <a:endParaRPr lang="en-US" dirty="0"/>
          </a:p>
          <a:p>
            <a:r>
              <a:rPr lang="en-US" dirty="0"/>
              <a:t>The ATL may add additional information to the Final Findings presentation, but this minimum content as reflected within this template must be present.</a:t>
            </a:r>
          </a:p>
        </p:txBody>
      </p:sp>
      <p:sp>
        <p:nvSpPr>
          <p:cNvPr id="4" name="Slide Number Placeholder 3"/>
          <p:cNvSpPr>
            <a:spLocks noGrp="1"/>
          </p:cNvSpPr>
          <p:nvPr>
            <p:ph type="sldNum" sz="quarter" idx="10"/>
          </p:nvPr>
        </p:nvSpPr>
        <p:spPr/>
        <p:txBody>
          <a:bodyPr/>
          <a:lstStyle/>
          <a:p>
            <a:fld id="{3FC13DA5-2DE0-6D49-B0F1-8E4B6A1CBA23}" type="slidenum">
              <a:rPr lang="en-US" smtClean="0"/>
              <a:t>2</a:t>
            </a:fld>
            <a:endParaRPr lang="en-US" dirty="0"/>
          </a:p>
        </p:txBody>
      </p:sp>
    </p:spTree>
    <p:extLst>
      <p:ext uri="{BB962C8B-B14F-4D97-AF65-F5344CB8AC3E}">
        <p14:creationId xmlns:p14="http://schemas.microsoft.com/office/powerpoint/2010/main" val="3320220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3</a:t>
            </a:fld>
            <a:endParaRPr lang="en-US" altLang="en-US" sz="1200" b="0" dirty="0">
              <a:solidFill>
                <a:schemeClr val="tx1"/>
              </a:solidFill>
            </a:endParaRPr>
          </a:p>
        </p:txBody>
      </p:sp>
    </p:spTree>
    <p:extLst>
      <p:ext uri="{BB962C8B-B14F-4D97-AF65-F5344CB8AC3E}">
        <p14:creationId xmlns:p14="http://schemas.microsoft.com/office/powerpoint/2010/main" val="3161872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a:ln/>
        </p:spPr>
      </p:sp>
      <p:sp>
        <p:nvSpPr>
          <p:cNvPr id="2048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dirty="0">
              <a:ea typeface="ＭＳ Ｐゴシック" charset="-128"/>
            </a:endParaRPr>
          </a:p>
        </p:txBody>
      </p:sp>
      <p:sp>
        <p:nvSpPr>
          <p:cNvPr id="2048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4B35EA84-EF00-9842-8E6A-A2B5DD6BA8D8}" type="slidenum">
              <a:rPr lang="en-US" altLang="en-US" sz="1200" b="0">
                <a:solidFill>
                  <a:schemeClr val="tx1"/>
                </a:solidFill>
              </a:rPr>
              <a:pPr/>
              <a:t>4</a:t>
            </a:fld>
            <a:endParaRPr lang="en-US" altLang="en-US" sz="1200" b="0" dirty="0">
              <a:solidFill>
                <a:schemeClr val="tx1"/>
              </a:solidFill>
            </a:endParaRPr>
          </a:p>
        </p:txBody>
      </p:sp>
    </p:spTree>
    <p:extLst>
      <p:ext uri="{BB962C8B-B14F-4D97-AF65-F5344CB8AC3E}">
        <p14:creationId xmlns:p14="http://schemas.microsoft.com/office/powerpoint/2010/main" val="1570466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a:ln/>
        </p:spPr>
      </p:sp>
      <p:sp>
        <p:nvSpPr>
          <p:cNvPr id="2048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dirty="0">
              <a:ea typeface="ＭＳ Ｐゴシック" charset="-128"/>
            </a:endParaRPr>
          </a:p>
        </p:txBody>
      </p:sp>
      <p:sp>
        <p:nvSpPr>
          <p:cNvPr id="2048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4B35EA84-EF00-9842-8E6A-A2B5DD6BA8D8}" type="slidenum">
              <a:rPr lang="en-US" altLang="en-US" sz="1200" b="0">
                <a:solidFill>
                  <a:schemeClr val="tx1"/>
                </a:solidFill>
              </a:rPr>
              <a:pPr/>
              <a:t>5</a:t>
            </a:fld>
            <a:endParaRPr lang="en-US" altLang="en-US" sz="1200" b="0" dirty="0">
              <a:solidFill>
                <a:schemeClr val="tx1"/>
              </a:solidFill>
            </a:endParaRPr>
          </a:p>
        </p:txBody>
      </p:sp>
    </p:spTree>
    <p:extLst>
      <p:ext uri="{BB962C8B-B14F-4D97-AF65-F5344CB8AC3E}">
        <p14:creationId xmlns:p14="http://schemas.microsoft.com/office/powerpoint/2010/main" val="457229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100" b="1">
                <a:solidFill>
                  <a:srgbClr val="000000"/>
                </a:solidFill>
                <a:latin typeface="Arial" charset="0"/>
                <a:ea typeface="ＭＳ Ｐゴシック" charset="-128"/>
              </a:defRPr>
            </a:lvl1pPr>
            <a:lvl2pPr marL="742950" indent="-285750" defTabSz="930275">
              <a:defRPr sz="1100" b="1">
                <a:solidFill>
                  <a:srgbClr val="000000"/>
                </a:solidFill>
                <a:latin typeface="Arial" charset="0"/>
                <a:ea typeface="ＭＳ Ｐゴシック" charset="-128"/>
              </a:defRPr>
            </a:lvl2pPr>
            <a:lvl3pPr marL="1143000" indent="-228600" defTabSz="930275">
              <a:defRPr sz="1100" b="1">
                <a:solidFill>
                  <a:srgbClr val="000000"/>
                </a:solidFill>
                <a:latin typeface="Arial" charset="0"/>
                <a:ea typeface="ＭＳ Ｐゴシック" charset="-128"/>
              </a:defRPr>
            </a:lvl3pPr>
            <a:lvl4pPr marL="1600200" indent="-228600" defTabSz="930275">
              <a:defRPr sz="1100" b="1">
                <a:solidFill>
                  <a:srgbClr val="000000"/>
                </a:solidFill>
                <a:latin typeface="Arial" charset="0"/>
                <a:ea typeface="ＭＳ Ｐゴシック" charset="-128"/>
              </a:defRPr>
            </a:lvl4pPr>
            <a:lvl5pPr marL="2057400" indent="-228600" defTabSz="930275">
              <a:defRPr sz="1100" b="1">
                <a:solidFill>
                  <a:srgbClr val="000000"/>
                </a:solidFill>
                <a:latin typeface="Arial" charset="0"/>
                <a:ea typeface="ＭＳ Ｐゴシック" charset="-128"/>
              </a:defRPr>
            </a:lvl5pPr>
            <a:lvl6pPr marL="25146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9pPr>
          </a:lstStyle>
          <a:p>
            <a:fld id="{8BEF3818-E2D8-F947-8FE2-5E7634526F96}" type="slidenum">
              <a:rPr lang="en-US" altLang="en-US" sz="1200" b="0">
                <a:solidFill>
                  <a:schemeClr val="tx1"/>
                </a:solidFill>
              </a:rPr>
              <a:pPr/>
              <a:t>6</a:t>
            </a:fld>
            <a:endParaRPr lang="en-US" altLang="en-US" sz="1200" b="0" dirty="0">
              <a:solidFill>
                <a:schemeClr val="tx1"/>
              </a:solidFill>
            </a:endParaRPr>
          </a:p>
        </p:txBody>
      </p:sp>
      <p:sp>
        <p:nvSpPr>
          <p:cNvPr id="36866" name="Rectangle 2"/>
          <p:cNvSpPr>
            <a:spLocks noGrp="1" noRot="1" noChangeAspect="1" noChangeArrowheads="1" noTextEdit="1"/>
          </p:cNvSpPr>
          <p:nvPr>
            <p:ph type="sldImg"/>
          </p:nvPr>
        </p:nvSpPr>
        <p:spPr>
          <a:xfrm>
            <a:off x="236538" y="614363"/>
            <a:ext cx="6534150" cy="3676650"/>
          </a:xfrm>
          <a:ln/>
        </p:spPr>
      </p:sp>
      <p:sp>
        <p:nvSpPr>
          <p:cNvPr id="36867" name="Rectangle 3"/>
          <p:cNvSpPr>
            <a:spLocks noGrp="1" noChangeArrowheads="1"/>
          </p:cNvSpPr>
          <p:nvPr>
            <p:ph type="body" idx="1"/>
          </p:nvPr>
        </p:nvSpPr>
        <p:spPr>
          <a:xfrm>
            <a:off x="933450" y="4416425"/>
            <a:ext cx="5141913"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r>
              <a:rPr lang="en-US" altLang="en-US" dirty="0">
                <a:ea typeface="ＭＳ Ｐゴシック" charset="-128"/>
              </a:rPr>
              <a:t>Take basic information from the appraisal plan.</a:t>
            </a:r>
          </a:p>
        </p:txBody>
      </p:sp>
    </p:spTree>
    <p:extLst>
      <p:ext uri="{BB962C8B-B14F-4D97-AF65-F5344CB8AC3E}">
        <p14:creationId xmlns:p14="http://schemas.microsoft.com/office/powerpoint/2010/main" val="14189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100" b="1">
                <a:solidFill>
                  <a:srgbClr val="000000"/>
                </a:solidFill>
                <a:latin typeface="Arial" charset="0"/>
                <a:ea typeface="ＭＳ Ｐゴシック" charset="-128"/>
              </a:defRPr>
            </a:lvl1pPr>
            <a:lvl2pPr marL="742950" indent="-285750" defTabSz="930275">
              <a:defRPr sz="1100" b="1">
                <a:solidFill>
                  <a:srgbClr val="000000"/>
                </a:solidFill>
                <a:latin typeface="Arial" charset="0"/>
                <a:ea typeface="ＭＳ Ｐゴシック" charset="-128"/>
              </a:defRPr>
            </a:lvl2pPr>
            <a:lvl3pPr marL="1143000" indent="-228600" defTabSz="930275">
              <a:defRPr sz="1100" b="1">
                <a:solidFill>
                  <a:srgbClr val="000000"/>
                </a:solidFill>
                <a:latin typeface="Arial" charset="0"/>
                <a:ea typeface="ＭＳ Ｐゴシック" charset="-128"/>
              </a:defRPr>
            </a:lvl3pPr>
            <a:lvl4pPr marL="1600200" indent="-228600" defTabSz="930275">
              <a:defRPr sz="1100" b="1">
                <a:solidFill>
                  <a:srgbClr val="000000"/>
                </a:solidFill>
                <a:latin typeface="Arial" charset="0"/>
                <a:ea typeface="ＭＳ Ｐゴシック" charset="-128"/>
              </a:defRPr>
            </a:lvl4pPr>
            <a:lvl5pPr marL="2057400" indent="-228600" defTabSz="930275">
              <a:defRPr sz="1100" b="1">
                <a:solidFill>
                  <a:srgbClr val="000000"/>
                </a:solidFill>
                <a:latin typeface="Arial" charset="0"/>
                <a:ea typeface="ＭＳ Ｐゴシック" charset="-128"/>
              </a:defRPr>
            </a:lvl5pPr>
            <a:lvl6pPr marL="25146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9pPr>
          </a:lstStyle>
          <a:p>
            <a:fld id="{8BEF3818-E2D8-F947-8FE2-5E7634526F96}" type="slidenum">
              <a:rPr lang="en-US" altLang="en-US" sz="1200" b="0">
                <a:solidFill>
                  <a:schemeClr val="tx1"/>
                </a:solidFill>
              </a:rPr>
              <a:pPr/>
              <a:t>7</a:t>
            </a:fld>
            <a:endParaRPr lang="en-US" altLang="en-US" sz="1200" b="0" dirty="0">
              <a:solidFill>
                <a:schemeClr val="tx1"/>
              </a:solidFill>
            </a:endParaRPr>
          </a:p>
        </p:txBody>
      </p:sp>
      <p:sp>
        <p:nvSpPr>
          <p:cNvPr id="36866" name="Rectangle 2"/>
          <p:cNvSpPr>
            <a:spLocks noGrp="1" noRot="1" noChangeAspect="1" noChangeArrowheads="1" noTextEdit="1"/>
          </p:cNvSpPr>
          <p:nvPr>
            <p:ph type="sldImg"/>
          </p:nvPr>
        </p:nvSpPr>
        <p:spPr>
          <a:xfrm>
            <a:off x="236538" y="614363"/>
            <a:ext cx="6534150" cy="3676650"/>
          </a:xfrm>
          <a:ln/>
        </p:spPr>
      </p:sp>
      <p:sp>
        <p:nvSpPr>
          <p:cNvPr id="36867" name="Rectangle 3"/>
          <p:cNvSpPr>
            <a:spLocks noGrp="1" noChangeArrowheads="1"/>
          </p:cNvSpPr>
          <p:nvPr>
            <p:ph type="body" idx="1"/>
          </p:nvPr>
        </p:nvSpPr>
        <p:spPr>
          <a:xfrm>
            <a:off x="933450" y="4416425"/>
            <a:ext cx="5141913"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dirty="0">
              <a:ea typeface="ＭＳ Ｐゴシック" charset="-128"/>
            </a:endParaRPr>
          </a:p>
        </p:txBody>
      </p:sp>
    </p:spTree>
    <p:extLst>
      <p:ext uri="{BB962C8B-B14F-4D97-AF65-F5344CB8AC3E}">
        <p14:creationId xmlns:p14="http://schemas.microsoft.com/office/powerpoint/2010/main" val="30133433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C13DA5-2DE0-6D49-B0F1-8E4B6A1CBA23}" type="slidenum">
              <a:rPr lang="en-US" smtClean="0"/>
              <a:t>8</a:t>
            </a:fld>
            <a:endParaRPr lang="en-US" dirty="0"/>
          </a:p>
        </p:txBody>
      </p:sp>
    </p:spTree>
    <p:extLst>
      <p:ext uri="{BB962C8B-B14F-4D97-AF65-F5344CB8AC3E}">
        <p14:creationId xmlns:p14="http://schemas.microsoft.com/office/powerpoint/2010/main" val="15933104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9</a:t>
            </a:fld>
            <a:endParaRPr lang="en-US" dirty="0"/>
          </a:p>
        </p:txBody>
      </p:sp>
    </p:spTree>
    <p:extLst>
      <p:ext uri="{BB962C8B-B14F-4D97-AF65-F5344CB8AC3E}">
        <p14:creationId xmlns:p14="http://schemas.microsoft.com/office/powerpoint/2010/main" val="6097582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12</a:t>
            </a:fld>
            <a:endParaRPr lang="en-US" dirty="0"/>
          </a:p>
        </p:txBody>
      </p:sp>
    </p:spTree>
    <p:extLst>
      <p:ext uri="{BB962C8B-B14F-4D97-AF65-F5344CB8AC3E}">
        <p14:creationId xmlns:p14="http://schemas.microsoft.com/office/powerpoint/2010/main" val="12658102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15</a:t>
            </a:fld>
            <a:endParaRPr lang="en-US" dirty="0"/>
          </a:p>
        </p:txBody>
      </p:sp>
    </p:spTree>
    <p:extLst>
      <p:ext uri="{BB962C8B-B14F-4D97-AF65-F5344CB8AC3E}">
        <p14:creationId xmlns:p14="http://schemas.microsoft.com/office/powerpoint/2010/main" val="1092223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NC). The chart within the appraisal too will set a color, based on the characterizations entered.</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additional details, refer to </a:t>
            </a:r>
            <a:r>
              <a:rPr lang="en-US"/>
              <a:t>the MDD</a:t>
            </a:r>
            <a:r>
              <a:rPr lang="en-US" sz="1200" b="0" kern="1200">
                <a:solidFill>
                  <a:schemeClr val="tx1"/>
                </a:solidFill>
                <a:effectLst/>
                <a:latin typeface="+mn-lt"/>
                <a:ea typeface="+mn-ea"/>
                <a:cs typeface="+mn-cs"/>
              </a:rPr>
              <a:t>.</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47</a:t>
            </a:fld>
            <a:endParaRPr lang="en-US" dirty="0"/>
          </a:p>
        </p:txBody>
      </p:sp>
    </p:spTree>
    <p:extLst>
      <p:ext uri="{BB962C8B-B14F-4D97-AF65-F5344CB8AC3E}">
        <p14:creationId xmlns:p14="http://schemas.microsoft.com/office/powerpoint/2010/main" val="3892804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F23F910F-CF68-3A42-8A98-855277189BF6}"/>
              </a:ext>
            </a:extLst>
          </p:cNvPr>
          <p:cNvSpPr>
            <a:spLocks noGrp="1" noRot="1" noChangeAspect="1" noTextEdit="1"/>
          </p:cNvSpPr>
          <p:nvPr>
            <p:ph type="sldImg"/>
          </p:nvPr>
        </p:nvSpPr>
        <p:spPr>
          <a:xfrm>
            <a:off x="398463" y="695325"/>
            <a:ext cx="6061075" cy="3409950"/>
          </a:xfrm>
        </p:spPr>
      </p:sp>
      <p:sp>
        <p:nvSpPr>
          <p:cNvPr id="93187" name="Notes Placeholder 2">
            <a:extLst>
              <a:ext uri="{FF2B5EF4-FFF2-40B4-BE49-F238E27FC236}">
                <a16:creationId xmlns:a16="http://schemas.microsoft.com/office/drawing/2014/main" id="{A732F319-5589-2747-BD21-24DAEA9E83B0}"/>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27810575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CE611DA0-981B-B047-981C-E490A72360DD}" type="slidenum">
              <a:rPr lang="en-US" altLang="en-US" sz="1200" b="0">
                <a:solidFill>
                  <a:schemeClr val="tx1"/>
                </a:solidFill>
              </a:rPr>
              <a:pPr/>
              <a:t>49</a:t>
            </a:fld>
            <a:endParaRPr lang="en-US" altLang="en-US" sz="1200" b="0" dirty="0">
              <a:solidFill>
                <a:schemeClr val="tx1"/>
              </a:solidFill>
            </a:endParaRPr>
          </a:p>
        </p:txBody>
      </p:sp>
      <p:sp>
        <p:nvSpPr>
          <p:cNvPr id="66562" name="Rectangle 2"/>
          <p:cNvSpPr>
            <a:spLocks noGrp="1" noRot="1" noChangeAspect="1" noChangeArrowheads="1" noTextEdit="1"/>
          </p:cNvSpPr>
          <p:nvPr>
            <p:ph type="sldImg"/>
          </p:nvPr>
        </p:nvSpPr>
        <p:spPr>
          <a:xfrm>
            <a:off x="1025525" y="231775"/>
            <a:ext cx="4959350" cy="2790825"/>
          </a:xfrm>
          <a:ln/>
        </p:spPr>
      </p:sp>
      <p:sp>
        <p:nvSpPr>
          <p:cNvPr id="66563" name="Rectangle 3"/>
          <p:cNvSpPr>
            <a:spLocks noGrp="1" noChangeArrowheads="1"/>
          </p:cNvSpPr>
          <p:nvPr>
            <p:ph type="body" idx="1"/>
          </p:nvPr>
        </p:nvSpPr>
        <p:spPr>
          <a:xfrm>
            <a:off x="546100" y="3098800"/>
            <a:ext cx="6075363" cy="5576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dirty="0">
              <a:ea typeface="ＭＳ Ｐゴシック" charset="-128"/>
            </a:endParaRPr>
          </a:p>
        </p:txBody>
      </p:sp>
    </p:spTree>
    <p:extLst>
      <p:ext uri="{BB962C8B-B14F-4D97-AF65-F5344CB8AC3E}">
        <p14:creationId xmlns:p14="http://schemas.microsoft.com/office/powerpoint/2010/main" val="355928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8DBD-6861-9443-ABFC-B68F7FC4F112}"/>
              </a:ext>
            </a:extLst>
          </p:cNvPr>
          <p:cNvSpPr>
            <a:spLocks noGrp="1"/>
          </p:cNvSpPr>
          <p:nvPr>
            <p:ph type="ctrTitle"/>
          </p:nvPr>
        </p:nvSpPr>
        <p:spPr>
          <a:xfrm>
            <a:off x="1524000" y="1122363"/>
            <a:ext cx="9144000" cy="2387600"/>
          </a:xfrm>
        </p:spPr>
        <p:txBody>
          <a:bodyPr anchor="b"/>
          <a:lstStyle>
            <a:lvl1pPr algn="ctr">
              <a:defRPr sz="6000" b="1">
                <a:latin typeface="+mn-lt"/>
              </a:defRPr>
            </a:lvl1pPr>
          </a:lstStyle>
          <a:p>
            <a:r>
              <a:rPr lang="en-US"/>
              <a:t>Click to edit Master title style</a:t>
            </a:r>
          </a:p>
        </p:txBody>
      </p:sp>
      <p:sp>
        <p:nvSpPr>
          <p:cNvPr id="3" name="Subtitle 2">
            <a:extLst>
              <a:ext uri="{FF2B5EF4-FFF2-40B4-BE49-F238E27FC236}">
                <a16:creationId xmlns:a16="http://schemas.microsoft.com/office/drawing/2014/main" id="{FFC8EBE0-674E-E14C-BF5A-2277457EB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944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2D3-B5B2-604E-8894-27346F93784F}"/>
              </a:ext>
            </a:extLst>
          </p:cNvPr>
          <p:cNvSpPr>
            <a:spLocks noGrp="1"/>
          </p:cNvSpPr>
          <p:nvPr>
            <p:ph type="title"/>
          </p:nvPr>
        </p:nvSpPr>
        <p:spPr>
          <a:xfrm>
            <a:off x="838200" y="365126"/>
            <a:ext cx="10515600" cy="602284"/>
          </a:xfrm>
        </p:spPr>
        <p:txBody>
          <a:bodyPr>
            <a:normAutofit/>
          </a:bodyPr>
          <a:lstStyle>
            <a:lvl1pPr>
              <a:defRPr sz="3200" b="1">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84CF33C6-B055-6244-B86B-3C81D067D45E}"/>
              </a:ext>
            </a:extLst>
          </p:cNvPr>
          <p:cNvSpPr>
            <a:spLocks noGrp="1"/>
          </p:cNvSpPr>
          <p:nvPr>
            <p:ph idx="1"/>
          </p:nvPr>
        </p:nvSpPr>
        <p:spPr>
          <a:xfrm>
            <a:off x="838200" y="1219200"/>
            <a:ext cx="10515600" cy="49577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045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0A10-6417-4845-A710-C912A19BF0CD}"/>
              </a:ext>
            </a:extLst>
          </p:cNvPr>
          <p:cNvSpPr>
            <a:spLocks noGrp="1"/>
          </p:cNvSpPr>
          <p:nvPr>
            <p:ph type="title"/>
          </p:nvPr>
        </p:nvSpPr>
        <p:spPr>
          <a:xfrm>
            <a:off x="831850" y="1709738"/>
            <a:ext cx="10515600" cy="2852737"/>
          </a:xfrm>
        </p:spPr>
        <p:txBody>
          <a:bodyPr anchor="b"/>
          <a:lstStyle>
            <a:lvl1pPr>
              <a:defRPr sz="6000" b="1">
                <a:latin typeface="+mn-lt"/>
              </a:defRPr>
            </a:lvl1pPr>
          </a:lstStyle>
          <a:p>
            <a:r>
              <a:rPr lang="en-US"/>
              <a:t>Click to edit Master title style</a:t>
            </a:r>
          </a:p>
        </p:txBody>
      </p:sp>
      <p:sp>
        <p:nvSpPr>
          <p:cNvPr id="3" name="Text Placeholder 2">
            <a:extLst>
              <a:ext uri="{FF2B5EF4-FFF2-40B4-BE49-F238E27FC236}">
                <a16:creationId xmlns:a16="http://schemas.microsoft.com/office/drawing/2014/main" id="{3DCE0AD3-2F11-2548-A8B7-E12BBE4F45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68151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988F-4DD4-B34F-ACAA-8CEF3DD31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45F42-98CE-024C-AE1D-1D828A0A6D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D5B5-C925-D342-A0BB-7B5AC43819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4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AFD3-29DE-9349-A0DA-3033DCE90F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76B9A2-28E2-FC4E-BB3E-D80D55842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88654B-5FDB-DE43-BE9E-C62E6CC2A9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11820-D9F0-F84A-8BA7-C696340CA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A82BB8-18EA-6F4F-AC36-5A96594F65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88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C732-D1A0-3345-8796-9B608802EB00}"/>
              </a:ext>
            </a:extLst>
          </p:cNvPr>
          <p:cNvSpPr>
            <a:spLocks noGrp="1"/>
          </p:cNvSpPr>
          <p:nvPr>
            <p:ph type="title"/>
          </p:nvPr>
        </p:nvSpPr>
        <p:spPr>
          <a:xfrm>
            <a:off x="838200" y="365125"/>
            <a:ext cx="10515600" cy="577850"/>
          </a:xfrm>
        </p:spPr>
        <p:txBody>
          <a:bodyPr vert="horz" lIns="91440" tIns="45720" rIns="91440" bIns="45720" rtlCol="0" anchor="ctr">
            <a:normAutofit/>
          </a:bodyPr>
          <a:lstStyle>
            <a:lvl1pPr>
              <a:defRPr lang="en-US" sz="3200" b="1">
                <a:latin typeface="+mn-lt"/>
              </a:defRPr>
            </a:lvl1pPr>
          </a:lstStyle>
          <a:p>
            <a:pPr lvl="0"/>
            <a:r>
              <a:rPr lang="en-US" dirty="0"/>
              <a:t>Click to edit Master title style</a:t>
            </a:r>
          </a:p>
        </p:txBody>
      </p:sp>
    </p:spTree>
    <p:extLst>
      <p:ext uri="{BB962C8B-B14F-4D97-AF65-F5344CB8AC3E}">
        <p14:creationId xmlns:p14="http://schemas.microsoft.com/office/powerpoint/2010/main" val="214831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73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CDD0-C745-004E-BBC9-C79A3ABAA4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535FFB-2029-4641-A69B-2EB72A22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B1C-5062-C644-8590-D10E966CE5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946128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DDE-5CF8-9147-A11B-0EFC6B815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F5909-A9FE-7341-A8D9-1CB7D35C5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3837FC7-DD0D-6141-93DD-4C2B36A240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4286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61E6-C672-9B40-B472-25BC7EE6B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E2238-F94B-2141-B1ED-7911EB86CD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0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BEBA-2D10-D04A-9561-8952D30E13F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E68D5F-AEB5-1240-BFCF-EF0B5070753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31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566928"/>
            <a:ext cx="10021824" cy="539496"/>
          </a:xfrm>
        </p:spPr>
        <p:txBody>
          <a:bodyPr>
            <a:normAutofit/>
          </a:bodyPr>
          <a:lstStyle>
            <a:lvl1pPr>
              <a:defRPr sz="3200" b="1">
                <a:latin typeface="+mn-lt"/>
              </a:defRPr>
            </a:lvl1pPr>
          </a:lstStyle>
          <a:p>
            <a:r>
              <a:rPr lang="en-US"/>
              <a:t>Click to edit Master title style</a:t>
            </a:r>
          </a:p>
        </p:txBody>
      </p:sp>
      <p:sp>
        <p:nvSpPr>
          <p:cNvPr id="10" name="Content Placeholder 2">
            <a:extLst>
              <a:ext uri="{FF2B5EF4-FFF2-40B4-BE49-F238E27FC236}">
                <a16:creationId xmlns:a16="http://schemas.microsoft.com/office/drawing/2014/main" id="{C4E75C74-DD57-384F-B628-ADA3B1727358}"/>
              </a:ext>
            </a:extLst>
          </p:cNvPr>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p>
          <a:p>
            <a:pPr lvl="1"/>
            <a:r>
              <a:rPr lang="en-US"/>
              <a:t>Second level</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p>
          <a:p>
            <a:pPr lvl="0"/>
            <a:endParaRPr lang="en-US" sz="2400" b="1"/>
          </a:p>
          <a:p>
            <a:pPr lvl="0"/>
            <a:endParaRPr lang="en-US" sz="2400" b="1"/>
          </a:p>
          <a:p>
            <a:pPr lvl="0"/>
            <a:r>
              <a:rPr lang="en-US" sz="2400" b="1"/>
              <a:t>Weaknesses:</a:t>
            </a:r>
          </a:p>
          <a:p>
            <a:pPr lvl="0"/>
            <a:endParaRPr lang="en-US" sz="2400" b="1"/>
          </a:p>
          <a:p>
            <a:pPr lvl="0"/>
            <a:endParaRPr lang="en-US" sz="2400" b="1"/>
          </a:p>
          <a:p>
            <a:pPr lvl="0"/>
            <a:r>
              <a:rPr lang="en-US" sz="2400" b="1"/>
              <a:t>Notes:</a:t>
            </a:r>
            <a:endParaRPr lang="en-US"/>
          </a:p>
        </p:txBody>
      </p:sp>
    </p:spTree>
    <p:extLst>
      <p:ext uri="{BB962C8B-B14F-4D97-AF65-F5344CB8AC3E}">
        <p14:creationId xmlns:p14="http://schemas.microsoft.com/office/powerpoint/2010/main" val="288112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566928"/>
            <a:ext cx="10021824" cy="539496"/>
          </a:xfrm>
        </p:spPr>
        <p:txBody>
          <a:bodyPr>
            <a:normAutofit/>
          </a:bodyPr>
          <a:lstStyle>
            <a:lvl1pPr>
              <a:defRPr sz="3200" b="1">
                <a:latin typeface="+mn-lt"/>
              </a:defRPr>
            </a:lvl1pPr>
          </a:lstStyle>
          <a:p>
            <a:r>
              <a:rPr lang="en-US"/>
              <a:t>Click to edit Master title style</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extLst>
      <p:ext uri="{BB962C8B-B14F-4D97-AF65-F5344CB8AC3E}">
        <p14:creationId xmlns:p14="http://schemas.microsoft.com/office/powerpoint/2010/main" val="1929126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609600"/>
          </a:xfrm>
        </p:spPr>
        <p:txBody>
          <a:bodyPr/>
          <a:lstStyle/>
          <a:p>
            <a:r>
              <a:rPr lang="en-US"/>
              <a:t>Click to edit Master title style</a:t>
            </a:r>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68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2DA56B-DFD6-9B40-BB39-797690CA82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3AD0E0-2188-A543-BA66-C44F0D724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3">
            <a:extLst>
              <a:ext uri="{FF2B5EF4-FFF2-40B4-BE49-F238E27FC236}">
                <a16:creationId xmlns:a16="http://schemas.microsoft.com/office/drawing/2014/main" id="{638DC3DB-5DB5-7F43-94F6-202FC6CB7EFA}"/>
              </a:ext>
            </a:extLst>
          </p:cNvPr>
          <p:cNvSpPr>
            <a:spLocks noGrp="1"/>
          </p:cNvSpPr>
          <p:nvPr>
            <p:ph type="dt" sz="half" idx="2"/>
          </p:nvPr>
        </p:nvSpPr>
        <p:spPr>
          <a:xfrm>
            <a:off x="1714501" y="6403975"/>
            <a:ext cx="8763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9AB143-E9B2-4463-ACCE-E9D4B85F0D0F}" type="datetime1">
              <a:rPr lang="en-US" smtClean="0"/>
              <a:t>12/18/2023</a:t>
            </a:fld>
            <a:endParaRPr lang="en-US" dirty="0"/>
          </a:p>
        </p:txBody>
      </p:sp>
      <p:sp>
        <p:nvSpPr>
          <p:cNvPr id="9" name="Footer Placeholder 4">
            <a:extLst>
              <a:ext uri="{FF2B5EF4-FFF2-40B4-BE49-F238E27FC236}">
                <a16:creationId xmlns:a16="http://schemas.microsoft.com/office/drawing/2014/main" id="{77E3D14D-7206-614E-9BDE-7A2B1DCC82D6}"/>
              </a:ext>
            </a:extLst>
          </p:cNvPr>
          <p:cNvSpPr>
            <a:spLocks noGrp="1"/>
          </p:cNvSpPr>
          <p:nvPr>
            <p:ph type="ftr" sz="quarter" idx="3"/>
          </p:nvPr>
        </p:nvSpPr>
        <p:spPr>
          <a:xfrm>
            <a:off x="2732182" y="6407150"/>
            <a:ext cx="1249267"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0" name="Slide Number Placeholder 5">
            <a:extLst>
              <a:ext uri="{FF2B5EF4-FFF2-40B4-BE49-F238E27FC236}">
                <a16:creationId xmlns:a16="http://schemas.microsoft.com/office/drawing/2014/main" id="{0BEA8E99-D66C-4D84-8E9C-18D607522D88}"/>
              </a:ext>
            </a:extLst>
          </p:cNvPr>
          <p:cNvSpPr txBox="1">
            <a:spLocks/>
          </p:cNvSpPr>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tint val="75000"/>
                  </a:schemeClr>
                </a:solidFill>
                <a:effectLst/>
                <a:latin typeface="+mn-lt"/>
                <a:ea typeface="+mn-ea"/>
                <a:cs typeface="+mn-cs"/>
              </a:rPr>
              <a:t>© ISACA 2024. All Rights Reserved.​</a:t>
            </a:r>
            <a:r>
              <a:rPr lang="en-US" dirty="0"/>
              <a:t>  |  </a:t>
            </a:r>
            <a:fld id="{85F78CEA-3B00-9E49-94E0-DC9AF1E86765}" type="slidenum">
              <a:rPr lang="en-US" smtClean="0"/>
              <a:pPr/>
              <a:t>‹#›</a:t>
            </a:fld>
            <a:endParaRPr lang="en-US" dirty="0"/>
          </a:p>
        </p:txBody>
      </p:sp>
      <p:pic>
        <p:nvPicPr>
          <p:cNvPr id="11" name="Picture 10"/>
          <p:cNvPicPr>
            <a:picLocks noChangeAspect="1"/>
          </p:cNvPicPr>
          <p:nvPr userDrawn="1"/>
        </p:nvPicPr>
        <p:blipFill rotWithShape="1">
          <a:blip r:embed="rId16" cstate="email">
            <a:extLst>
              <a:ext uri="{28A0092B-C50C-407E-A947-70E740481C1C}">
                <a14:useLocalDpi xmlns:a14="http://schemas.microsoft.com/office/drawing/2010/main"/>
              </a:ext>
            </a:extLst>
          </a:blip>
          <a:srcRect l="11295" t="26266" r="8573" b="24948"/>
          <a:stretch/>
        </p:blipFill>
        <p:spPr>
          <a:xfrm>
            <a:off x="182469" y="6358332"/>
            <a:ext cx="1371600" cy="363143"/>
          </a:xfrm>
          <a:prstGeom prst="rect">
            <a:avLst/>
          </a:prstGeom>
        </p:spPr>
      </p:pic>
      <p:sp>
        <p:nvSpPr>
          <p:cNvPr id="12" name="Footer Placeholder 4">
            <a:extLst>
              <a:ext uri="{FF2B5EF4-FFF2-40B4-BE49-F238E27FC236}">
                <a16:creationId xmlns:a16="http://schemas.microsoft.com/office/drawing/2014/main" id="{38A0DFDF-EEC6-4B83-A003-D88BF21585E2}"/>
              </a:ext>
            </a:extLst>
          </p:cNvPr>
          <p:cNvSpPr txBox="1">
            <a:spLocks/>
          </p:cNvSpPr>
          <p:nvPr userDrawn="1"/>
        </p:nvSpPr>
        <p:spPr>
          <a:xfrm>
            <a:off x="4122832" y="6403975"/>
            <a:ext cx="2268444"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tint val="75000"/>
                  </a:schemeClr>
                </a:solidFill>
                <a:effectLst/>
                <a:latin typeface="+mn-lt"/>
                <a:ea typeface="+mn-ea"/>
                <a:cs typeface="+mn-cs"/>
              </a:rPr>
              <a:t>[Insert Logo Here]</a:t>
            </a:r>
            <a:endParaRPr lang="en-US" dirty="0"/>
          </a:p>
        </p:txBody>
      </p:sp>
    </p:spTree>
    <p:extLst>
      <p:ext uri="{BB962C8B-B14F-4D97-AF65-F5344CB8AC3E}">
        <p14:creationId xmlns:p14="http://schemas.microsoft.com/office/powerpoint/2010/main" val="9915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rgbClr val="1E2C5B"/>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anose="020F050202020403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SzPct val="90000"/>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34.emf"/></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670E2-7788-DF4D-898C-8F1DC4D52EE4}"/>
              </a:ext>
            </a:extLst>
          </p:cNvPr>
          <p:cNvSpPr>
            <a:spLocks noGrp="1"/>
          </p:cNvSpPr>
          <p:nvPr>
            <p:ph type="ctrTitle"/>
          </p:nvPr>
        </p:nvSpPr>
        <p:spPr/>
        <p:txBody>
          <a:bodyPr/>
          <a:lstStyle/>
          <a:p>
            <a:r>
              <a:rPr lang="en-US" dirty="0"/>
              <a:t>Final Findings Template</a:t>
            </a:r>
          </a:p>
        </p:txBody>
      </p:sp>
      <p:sp>
        <p:nvSpPr>
          <p:cNvPr id="3" name="Subtitle 2">
            <a:extLst>
              <a:ext uri="{FF2B5EF4-FFF2-40B4-BE49-F238E27FC236}">
                <a16:creationId xmlns:a16="http://schemas.microsoft.com/office/drawing/2014/main" id="{4A744A72-6422-8E46-A8FD-67BB1284C871}"/>
              </a:ext>
            </a:extLst>
          </p:cNvPr>
          <p:cNvSpPr>
            <a:spLocks noGrp="1"/>
          </p:cNvSpPr>
          <p:nvPr>
            <p:ph type="subTitle" idx="1"/>
          </p:nvPr>
        </p:nvSpPr>
        <p:spPr/>
        <p:txBody>
          <a:bodyPr>
            <a:normAutofit/>
          </a:bodyPr>
          <a:lstStyle/>
          <a:p>
            <a:r>
              <a:rPr lang="en-US" dirty="0"/>
              <a:t>CMMI® Appraisal Method</a:t>
            </a:r>
          </a:p>
          <a:p>
            <a:r>
              <a:rPr lang="en-US" dirty="0"/>
              <a:t>&lt;This template identifies the MINIMUM REQUIREMENTS for content and topics that must be included and presented for a Final Findings briefing, for a CMMI Benchmark Appraisal or Sustainment Appraisal.&gt;</a:t>
            </a:r>
          </a:p>
        </p:txBody>
      </p:sp>
    </p:spTree>
    <p:extLst>
      <p:ext uri="{BB962C8B-B14F-4D97-AF65-F5344CB8AC3E}">
        <p14:creationId xmlns:p14="http://schemas.microsoft.com/office/powerpoint/2010/main" val="265862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629AD6-E198-3A47-A696-9DF21F27875F}"/>
              </a:ext>
            </a:extLst>
          </p:cNvPr>
          <p:cNvSpPr>
            <a:spLocks noGrp="1"/>
          </p:cNvSpPr>
          <p:nvPr>
            <p:ph type="title"/>
          </p:nvPr>
        </p:nvSpPr>
        <p:spPr/>
        <p:txBody>
          <a:bodyPr/>
          <a:lstStyle/>
          <a:p>
            <a:r>
              <a:rPr lang="en-US" dirty="0"/>
              <a:t>Appraisal Overview</a:t>
            </a:r>
          </a:p>
        </p:txBody>
      </p:sp>
    </p:spTree>
    <p:extLst>
      <p:ext uri="{BB962C8B-B14F-4D97-AF65-F5344CB8AC3E}">
        <p14:creationId xmlns:p14="http://schemas.microsoft.com/office/powerpoint/2010/main" val="3098931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p:txBody>
          <a:bodyPr/>
          <a:lstStyle/>
          <a:p>
            <a:pPr eaLnBrk="1" hangingPunct="1"/>
            <a:r>
              <a:rPr lang="en-US" altLang="en-US" dirty="0">
                <a:ea typeface="ＭＳ Ｐゴシック" charset="-128"/>
              </a:rPr>
              <a:t>Appraisal Overview</a:t>
            </a:r>
          </a:p>
        </p:txBody>
      </p:sp>
      <p:sp>
        <p:nvSpPr>
          <p:cNvPr id="13314" name="Rectangle 2"/>
          <p:cNvSpPr>
            <a:spLocks noGrp="1" noChangeArrowheads="1"/>
          </p:cNvSpPr>
          <p:nvPr>
            <p:ph idx="4294967295"/>
          </p:nvPr>
        </p:nvSpPr>
        <p:spPr>
          <a:xfrm>
            <a:off x="838200" y="1219200"/>
            <a:ext cx="10515600" cy="4957763"/>
          </a:xfrm>
        </p:spPr>
        <p:txBody>
          <a:bodyPr>
            <a:normAutofit fontScale="92500" lnSpcReduction="20000"/>
          </a:bodyPr>
          <a:lstStyle/>
          <a:p>
            <a:r>
              <a:rPr lang="en-US" altLang="en-US" dirty="0">
                <a:ea typeface="ＭＳ Ｐゴシック" charset="-128"/>
              </a:rPr>
              <a:t>Organization: Name</a:t>
            </a:r>
          </a:p>
          <a:p>
            <a:pPr lvl="1" eaLnBrk="1" hangingPunct="1"/>
            <a:r>
              <a:rPr lang="en-GB" altLang="en-US" dirty="0">
                <a:ea typeface="ＭＳ Ｐゴシック" charset="-128"/>
              </a:rPr>
              <a:t>Location</a:t>
            </a:r>
          </a:p>
          <a:p>
            <a:r>
              <a:rPr lang="en-GB" altLang="en-US" dirty="0">
                <a:ea typeface="ＭＳ Ｐゴシック" charset="-128"/>
              </a:rPr>
              <a:t>Organizational Unit (OU): Name</a:t>
            </a:r>
          </a:p>
          <a:p>
            <a:pPr lvl="1"/>
            <a:r>
              <a:rPr lang="en-GB" altLang="en-US" dirty="0">
                <a:ea typeface="ＭＳ Ｐゴシック" charset="-128"/>
              </a:rPr>
              <a:t>Description</a:t>
            </a:r>
          </a:p>
          <a:p>
            <a:pPr lvl="1"/>
            <a:r>
              <a:rPr lang="en-GB" altLang="en-US" dirty="0">
                <a:ea typeface="ＭＳ Ｐゴシック" charset="-128"/>
              </a:rPr>
              <a:t>Location(s)</a:t>
            </a:r>
            <a:endParaRPr lang="en-GB" altLang="en-US" sz="1800" dirty="0">
              <a:ea typeface="ＭＳ Ｐゴシック" charset="-128"/>
            </a:endParaRPr>
          </a:p>
          <a:p>
            <a:r>
              <a:rPr lang="en-GB" altLang="en-US" dirty="0"/>
              <a:t>Appraisal Sponsor</a:t>
            </a:r>
          </a:p>
          <a:p>
            <a:pPr lvl="1" eaLnBrk="1" hangingPunct="1"/>
            <a:r>
              <a:rPr lang="en-GB" altLang="en-US" dirty="0">
                <a:ea typeface="ＭＳ Ｐゴシック" charset="-128"/>
              </a:rPr>
              <a:t>Name</a:t>
            </a:r>
          </a:p>
          <a:p>
            <a:pPr lvl="2" eaLnBrk="1" hangingPunct="1"/>
            <a:r>
              <a:rPr lang="en-GB" altLang="en-US" sz="2400" dirty="0">
                <a:ea typeface="ＭＳ Ｐゴシック" charset="-128"/>
              </a:rPr>
              <a:t>Title</a:t>
            </a:r>
          </a:p>
          <a:p>
            <a:pPr lvl="2" eaLnBrk="1" hangingPunct="1"/>
            <a:r>
              <a:rPr lang="en-GB" altLang="en-US" sz="2400" dirty="0">
                <a:ea typeface="ＭＳ Ｐゴシック" charset="-128"/>
              </a:rPr>
              <a:t>Relationship to OU</a:t>
            </a:r>
          </a:p>
          <a:p>
            <a:r>
              <a:rPr lang="en-US" dirty="0"/>
              <a:t>Appraisal Team Leader (ATL) Name</a:t>
            </a:r>
          </a:p>
          <a:p>
            <a:pPr lvl="1"/>
            <a:r>
              <a:rPr lang="en-US" dirty="0"/>
              <a:t>Lead Appraiser ID#</a:t>
            </a:r>
          </a:p>
          <a:p>
            <a:pPr lvl="1"/>
            <a:r>
              <a:rPr lang="en-US" dirty="0"/>
              <a:t>ATL Organization</a:t>
            </a:r>
          </a:p>
          <a:p>
            <a:pPr lvl="1"/>
            <a:r>
              <a:rPr lang="en-US" dirty="0"/>
              <a:t>Sponsoring ISACA CMMI Business Partner Organization</a:t>
            </a:r>
          </a:p>
          <a:p>
            <a:pPr lvl="1"/>
            <a:r>
              <a:rPr lang="en-US" dirty="0"/>
              <a:t>ATL Email Address</a:t>
            </a:r>
          </a:p>
          <a:p>
            <a:pPr lvl="2" eaLnBrk="1" hangingPunct="1"/>
            <a:endParaRPr lang="en-GB" altLang="en-US" sz="2400" dirty="0">
              <a:ea typeface="ＭＳ Ｐゴシック" charset="-128"/>
            </a:endParaRPr>
          </a:p>
        </p:txBody>
      </p:sp>
    </p:spTree>
    <p:extLst>
      <p:ext uri="{BB962C8B-B14F-4D97-AF65-F5344CB8AC3E}">
        <p14:creationId xmlns:p14="http://schemas.microsoft.com/office/powerpoint/2010/main" val="2391473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4"/>
          <p:cNvSpPr>
            <a:spLocks noGrp="1" noChangeArrowheads="1"/>
          </p:cNvSpPr>
          <p:nvPr>
            <p:ph type="title"/>
          </p:nvPr>
        </p:nvSpPr>
        <p:spPr/>
        <p:txBody>
          <a:bodyPr/>
          <a:lstStyle/>
          <a:p>
            <a:r>
              <a:rPr lang="en-US" altLang="en-US" dirty="0"/>
              <a:t>Business Objectives</a:t>
            </a:r>
          </a:p>
        </p:txBody>
      </p:sp>
      <p:sp>
        <p:nvSpPr>
          <p:cNvPr id="19458" name="Rectangle 5"/>
          <p:cNvSpPr>
            <a:spLocks noGrp="1" noChangeArrowheads="1"/>
          </p:cNvSpPr>
          <p:nvPr>
            <p:ph idx="1"/>
          </p:nvPr>
        </p:nvSpPr>
        <p:spPr/>
        <p:txBody>
          <a:bodyPr/>
          <a:lstStyle/>
          <a:p>
            <a:pPr marL="0" indent="0">
              <a:buNone/>
            </a:pPr>
            <a:r>
              <a:rPr lang="en-US" dirty="0"/>
              <a:t>&lt;List the business objectives from the appraisal plan&gt;</a:t>
            </a:r>
          </a:p>
        </p:txBody>
      </p:sp>
    </p:spTree>
    <p:extLst>
      <p:ext uri="{BB962C8B-B14F-4D97-AF65-F5344CB8AC3E}">
        <p14:creationId xmlns:p14="http://schemas.microsoft.com/office/powerpoint/2010/main" val="148595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4"/>
          <p:cNvSpPr>
            <a:spLocks noGrp="1" noChangeArrowheads="1"/>
          </p:cNvSpPr>
          <p:nvPr>
            <p:ph type="title"/>
          </p:nvPr>
        </p:nvSpPr>
        <p:spPr/>
        <p:txBody>
          <a:bodyPr/>
          <a:lstStyle/>
          <a:p>
            <a:r>
              <a:rPr lang="en-US" altLang="en-US" dirty="0"/>
              <a:t>Appraisal Objectives</a:t>
            </a:r>
          </a:p>
        </p:txBody>
      </p:sp>
      <p:sp>
        <p:nvSpPr>
          <p:cNvPr id="19458" name="Rectangle 5"/>
          <p:cNvSpPr>
            <a:spLocks noGrp="1" noChangeArrowheads="1"/>
          </p:cNvSpPr>
          <p:nvPr>
            <p:ph idx="1"/>
          </p:nvPr>
        </p:nvSpPr>
        <p:spPr/>
        <p:txBody>
          <a:bodyPr/>
          <a:lstStyle/>
          <a:p>
            <a:pPr marL="0" indent="0">
              <a:buNone/>
            </a:pPr>
            <a:r>
              <a:rPr lang="en-US" dirty="0"/>
              <a:t>&lt;List the appraisal objectives from the appraisal plan&gt;</a:t>
            </a:r>
          </a:p>
        </p:txBody>
      </p:sp>
    </p:spTree>
    <p:extLst>
      <p:ext uri="{BB962C8B-B14F-4D97-AF65-F5344CB8AC3E}">
        <p14:creationId xmlns:p14="http://schemas.microsoft.com/office/powerpoint/2010/main" val="1113740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type="title"/>
          </p:nvPr>
        </p:nvSpPr>
        <p:spPr/>
        <p:txBody>
          <a:bodyPr/>
          <a:lstStyle/>
          <a:p>
            <a:pPr eaLnBrk="1" hangingPunct="1"/>
            <a:r>
              <a:rPr lang="en-US" altLang="en-US" dirty="0">
                <a:ea typeface="ＭＳ Ｐゴシック" charset="-128"/>
              </a:rPr>
              <a:t>Appraisal Team</a:t>
            </a:r>
          </a:p>
        </p:txBody>
      </p:sp>
      <p:sp>
        <p:nvSpPr>
          <p:cNvPr id="15362" name="Rectangle 2"/>
          <p:cNvSpPr>
            <a:spLocks noGrp="1" noChangeArrowheads="1"/>
          </p:cNvSpPr>
          <p:nvPr>
            <p:ph idx="4294967295"/>
          </p:nvPr>
        </p:nvSpPr>
        <p:spPr>
          <a:xfrm>
            <a:off x="838200" y="1219200"/>
            <a:ext cx="10515600" cy="4957763"/>
          </a:xfrm>
        </p:spPr>
        <p:txBody>
          <a:bodyPr/>
          <a:lstStyle/>
          <a:p>
            <a:r>
              <a:rPr lang="en-US" altLang="en-US" dirty="0">
                <a:ea typeface="ＭＳ Ｐゴシック" charset="-128"/>
              </a:rPr>
              <a:t>ATL Name: </a:t>
            </a:r>
            <a:r>
              <a:rPr lang="en-US" altLang="en-US" i="1" dirty="0">
                <a:ea typeface="ＭＳ Ｐゴシック" charset="-128"/>
              </a:rPr>
              <a:t>A</a:t>
            </a:r>
            <a:r>
              <a:rPr lang="en-US" altLang="en-US" i="1" dirty="0">
                <a:solidFill>
                  <a:srgbClr val="181818"/>
                </a:solidFill>
                <a:ea typeface="ＭＳ Ｐゴシック" charset="-128"/>
              </a:rPr>
              <a:t>ppraisal Team Leader, &lt;Organizational Affiliation&gt;</a:t>
            </a:r>
          </a:p>
          <a:p>
            <a:r>
              <a:rPr lang="en-US" altLang="en-US" dirty="0">
                <a:ea typeface="ＭＳ Ｐゴシック" charset="-128"/>
              </a:rPr>
              <a:t>ATM Name: </a:t>
            </a:r>
            <a:r>
              <a:rPr lang="en-US" altLang="en-US" i="1" dirty="0">
                <a:ea typeface="ＭＳ Ｐゴシック" charset="-128"/>
              </a:rPr>
              <a:t>Appraisal Team Member, </a:t>
            </a:r>
            <a:r>
              <a:rPr lang="en-US" altLang="en-US" i="1" dirty="0">
                <a:solidFill>
                  <a:srgbClr val="181818"/>
                </a:solidFill>
                <a:ea typeface="ＭＳ Ｐゴシック" charset="-128"/>
              </a:rPr>
              <a:t>&lt;Organizational Affiliation&gt;</a:t>
            </a:r>
            <a:endParaRPr lang="en-US" altLang="en-US" dirty="0">
              <a:ea typeface="ＭＳ Ｐゴシック" charset="-128"/>
            </a:endParaRPr>
          </a:p>
          <a:p>
            <a:pPr marL="0" indent="0"/>
            <a:endParaRPr lang="en-US" altLang="en-US" dirty="0">
              <a:ea typeface="ＭＳ Ｐゴシック" charset="-128"/>
            </a:endParaRPr>
          </a:p>
          <a:p>
            <a:pPr marL="0" indent="0"/>
            <a:endParaRPr lang="en-US" altLang="en-US" dirty="0">
              <a:ea typeface="ＭＳ Ｐゴシック" charset="-128"/>
            </a:endParaRPr>
          </a:p>
          <a:p>
            <a:pPr marL="0" indent="0"/>
            <a:endParaRPr lang="en-US" altLang="en-US" dirty="0">
              <a:ea typeface="ＭＳ Ｐゴシック" charset="-128"/>
            </a:endParaRPr>
          </a:p>
          <a:p>
            <a:pPr marL="0" indent="0"/>
            <a:endParaRPr lang="en-US" altLang="en-US" dirty="0">
              <a:ea typeface="ＭＳ Ｐゴシック" charset="-128"/>
            </a:endParaRPr>
          </a:p>
          <a:p>
            <a:r>
              <a:rPr lang="en-US" altLang="en-US" dirty="0">
                <a:ea typeface="ＭＳ Ｐゴシック" charset="-128"/>
              </a:rPr>
              <a:t>OUC Name: </a:t>
            </a:r>
            <a:r>
              <a:rPr lang="en-US" altLang="en-US" i="1" dirty="0">
                <a:ea typeface="ＭＳ Ｐゴシック" charset="-128"/>
              </a:rPr>
              <a:t>OU Coordinator, </a:t>
            </a:r>
            <a:r>
              <a:rPr lang="en-US" altLang="en-US" i="1" dirty="0">
                <a:solidFill>
                  <a:srgbClr val="181818"/>
                </a:solidFill>
                <a:ea typeface="ＭＳ Ｐゴシック" charset="-128"/>
              </a:rPr>
              <a:t>&lt;Organizational Affiliation&gt;</a:t>
            </a:r>
            <a:endParaRPr lang="en-US" altLang="en-US" dirty="0">
              <a:solidFill>
                <a:srgbClr val="181818"/>
              </a:solidFill>
              <a:ea typeface="ＭＳ Ｐゴシック" charset="-128"/>
            </a:endParaRPr>
          </a:p>
          <a:p>
            <a:endParaRPr lang="en-US" altLang="en-US" dirty="0">
              <a:solidFill>
                <a:srgbClr val="181818"/>
              </a:solidFill>
              <a:ea typeface="ＭＳ Ｐゴシック" charset="-128"/>
            </a:endParaRPr>
          </a:p>
          <a:p>
            <a:pPr eaLnBrk="1" hangingPunct="1"/>
            <a:endParaRPr lang="en-US" altLang="en-US" dirty="0">
              <a:ea typeface="ＭＳ Ｐゴシック" charset="-128"/>
            </a:endParaRPr>
          </a:p>
        </p:txBody>
      </p:sp>
    </p:spTree>
    <p:extLst>
      <p:ext uri="{BB962C8B-B14F-4D97-AF65-F5344CB8AC3E}">
        <p14:creationId xmlns:p14="http://schemas.microsoft.com/office/powerpoint/2010/main" val="483676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type="title"/>
          </p:nvPr>
        </p:nvSpPr>
        <p:spPr/>
        <p:txBody>
          <a:bodyPr/>
          <a:lstStyle/>
          <a:p>
            <a:pPr eaLnBrk="1" hangingPunct="1"/>
            <a:r>
              <a:rPr lang="en-US" altLang="en-US" dirty="0">
                <a:ea typeface="ＭＳ Ｐゴシック" charset="-128"/>
              </a:rPr>
              <a:t>Appraisal Support Personnel</a:t>
            </a:r>
          </a:p>
        </p:txBody>
      </p:sp>
      <p:sp>
        <p:nvSpPr>
          <p:cNvPr id="15362" name="Rectangle 2"/>
          <p:cNvSpPr>
            <a:spLocks noGrp="1" noChangeArrowheads="1"/>
          </p:cNvSpPr>
          <p:nvPr>
            <p:ph idx="4294967295"/>
          </p:nvPr>
        </p:nvSpPr>
        <p:spPr>
          <a:xfrm>
            <a:off x="838200" y="1219200"/>
            <a:ext cx="10515600" cy="4957763"/>
          </a:xfrm>
        </p:spPr>
        <p:txBody>
          <a:bodyPr/>
          <a:lstStyle/>
          <a:p>
            <a:pPr marL="0" indent="0">
              <a:buNone/>
            </a:pPr>
            <a:r>
              <a:rPr lang="en-US" altLang="en-US" dirty="0">
                <a:ea typeface="ＭＳ Ｐゴシック" charset="-128"/>
              </a:rPr>
              <a:t>&lt;List any designees for the Plan and Prepare for Appraisal Phase, and their organizational affiliation&gt;</a:t>
            </a:r>
          </a:p>
          <a:p>
            <a:pPr marL="0" indent="0">
              <a:buNone/>
            </a:pPr>
            <a:endParaRPr lang="en-US" altLang="en-US" dirty="0">
              <a:ea typeface="ＭＳ Ｐゴシック" charset="-128"/>
            </a:endParaRPr>
          </a:p>
          <a:p>
            <a:r>
              <a:rPr lang="en-US" altLang="en-US" dirty="0">
                <a:ea typeface="ＭＳ Ｐゴシック" charset="-128"/>
              </a:rPr>
              <a:t>Observer Name: </a:t>
            </a:r>
            <a:r>
              <a:rPr lang="en-US" altLang="en-US" i="1" dirty="0">
                <a:ea typeface="ＭＳ Ｐゴシック" charset="-128"/>
              </a:rPr>
              <a:t>Observer, </a:t>
            </a:r>
            <a:r>
              <a:rPr lang="en-US" altLang="en-US" i="1" dirty="0">
                <a:solidFill>
                  <a:srgbClr val="181818"/>
                </a:solidFill>
                <a:ea typeface="ＭＳ Ｐゴシック" charset="-128"/>
              </a:rPr>
              <a:t>&lt;Organizational Affiliation&gt;</a:t>
            </a:r>
          </a:p>
          <a:p>
            <a:r>
              <a:rPr lang="en-US" altLang="en-US" dirty="0">
                <a:ea typeface="ＭＳ Ｐゴシック" charset="-128"/>
              </a:rPr>
              <a:t>Interpreter / Registered Interpreter’s Name – </a:t>
            </a:r>
            <a:r>
              <a:rPr lang="en-US" altLang="en-US" i="1" dirty="0">
                <a:ea typeface="ＭＳ Ｐゴシック" charset="-128"/>
              </a:rPr>
              <a:t>Interpreter / Registered Interpreter</a:t>
            </a:r>
            <a:r>
              <a:rPr lang="en-US" altLang="en-US" dirty="0">
                <a:ea typeface="ＭＳ Ｐゴシック" charset="-128"/>
              </a:rPr>
              <a:t>, </a:t>
            </a:r>
            <a:r>
              <a:rPr lang="en-US" altLang="en-US" i="1" dirty="0">
                <a:ea typeface="ＭＳ Ｐゴシック" charset="-128"/>
              </a:rPr>
              <a:t>&lt;Organizational Affiliation&gt;</a:t>
            </a:r>
          </a:p>
          <a:p>
            <a:endParaRPr lang="en-US" altLang="en-US" dirty="0">
              <a:solidFill>
                <a:srgbClr val="181818"/>
              </a:solidFill>
              <a:ea typeface="ＭＳ Ｐゴシック" charset="-128"/>
            </a:endParaRPr>
          </a:p>
          <a:p>
            <a:endParaRPr lang="en-US" altLang="en-US" dirty="0">
              <a:solidFill>
                <a:srgbClr val="181818"/>
              </a:solidFill>
              <a:ea typeface="ＭＳ Ｐゴシック" charset="-128"/>
            </a:endParaRPr>
          </a:p>
          <a:p>
            <a:endParaRPr lang="en-US" altLang="en-US" dirty="0">
              <a:ea typeface="ＭＳ Ｐゴシック" charset="-128"/>
            </a:endParaRPr>
          </a:p>
        </p:txBody>
      </p:sp>
    </p:spTree>
    <p:extLst>
      <p:ext uri="{BB962C8B-B14F-4D97-AF65-F5344CB8AC3E}">
        <p14:creationId xmlns:p14="http://schemas.microsoft.com/office/powerpoint/2010/main" val="3522117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normAutofit/>
          </a:bodyPr>
          <a:lstStyle/>
          <a:p>
            <a:r>
              <a:rPr lang="en-US" altLang="en-US" dirty="0">
                <a:ea typeface="ＭＳ Ｐゴシック" charset="-128"/>
              </a:rPr>
              <a:t>Appraisal Scope: Model View</a:t>
            </a:r>
          </a:p>
        </p:txBody>
      </p:sp>
      <p:sp>
        <p:nvSpPr>
          <p:cNvPr id="5" name="Content Placeholder 4"/>
          <p:cNvSpPr>
            <a:spLocks noGrp="1"/>
          </p:cNvSpPr>
          <p:nvPr>
            <p:ph idx="4294967295"/>
          </p:nvPr>
        </p:nvSpPr>
        <p:spPr>
          <a:xfrm>
            <a:off x="838200" y="1219200"/>
            <a:ext cx="10515600" cy="4957763"/>
          </a:xfrm>
        </p:spPr>
        <p:txBody>
          <a:bodyPr>
            <a:normAutofit/>
          </a:bodyPr>
          <a:lstStyle/>
          <a:p>
            <a:pPr marL="0" indent="0">
              <a:buNone/>
              <a:defRPr/>
            </a:pPr>
            <a:r>
              <a:rPr lang="en-US" dirty="0"/>
              <a:t>&lt;Describe the target selected for this appraisal:</a:t>
            </a:r>
          </a:p>
          <a:p>
            <a:pPr lvl="1">
              <a:defRPr/>
            </a:pPr>
            <a:r>
              <a:rPr lang="en-US" dirty="0"/>
              <a:t>Examples: </a:t>
            </a:r>
          </a:p>
          <a:p>
            <a:pPr lvl="2">
              <a:defRPr/>
            </a:pPr>
            <a:r>
              <a:rPr lang="en-US" dirty="0"/>
              <a:t>CMMI Development, Maturity Level 3 </a:t>
            </a:r>
          </a:p>
          <a:p>
            <a:pPr lvl="2">
              <a:defRPr/>
            </a:pPr>
            <a:r>
              <a:rPr lang="en-US" dirty="0"/>
              <a:t>CMMI Services, People, Maturity Level 3</a:t>
            </a:r>
          </a:p>
          <a:p>
            <a:pPr lvl="2">
              <a:defRPr/>
            </a:pPr>
            <a:r>
              <a:rPr lang="en-US" dirty="0"/>
              <a:t>CMMI Security, Maturity Level 5</a:t>
            </a:r>
          </a:p>
          <a:p>
            <a:pPr lvl="2">
              <a:defRPr/>
            </a:pPr>
            <a:r>
              <a:rPr lang="en-US" dirty="0"/>
              <a:t>CMMI &lt;PAs&gt; Capability Level 2</a:t>
            </a:r>
          </a:p>
          <a:p>
            <a:pPr marL="0" indent="0">
              <a:buNone/>
              <a:defRPr/>
            </a:pPr>
            <a:r>
              <a:rPr lang="en-US" dirty="0"/>
              <a:t>Practice Areas (PAs) in scope (use a graphic or list the PAs and their target levels)&gt;</a:t>
            </a:r>
          </a:p>
          <a:p>
            <a:pPr marL="0" indent="0">
              <a:buNone/>
              <a:defRPr/>
            </a:pPr>
            <a:endParaRPr lang="en-US" dirty="0"/>
          </a:p>
        </p:txBody>
      </p:sp>
    </p:spTree>
    <p:extLst>
      <p:ext uri="{BB962C8B-B14F-4D97-AF65-F5344CB8AC3E}">
        <p14:creationId xmlns:p14="http://schemas.microsoft.com/office/powerpoint/2010/main" val="2361070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lstStyle/>
          <a:p>
            <a:r>
              <a:rPr lang="en-US" altLang="en-US" dirty="0"/>
              <a:t>Appraisal Scope: Organizational Scope</a:t>
            </a:r>
          </a:p>
        </p:txBody>
      </p:sp>
      <p:sp>
        <p:nvSpPr>
          <p:cNvPr id="5" name="Content Placeholder 4"/>
          <p:cNvSpPr>
            <a:spLocks noGrp="1"/>
          </p:cNvSpPr>
          <p:nvPr>
            <p:ph idx="1"/>
          </p:nvPr>
        </p:nvSpPr>
        <p:spPr/>
        <p:txBody>
          <a:bodyPr/>
          <a:lstStyle/>
          <a:p>
            <a:pPr marL="0" indent="0">
              <a:buNone/>
            </a:pPr>
            <a:r>
              <a:rPr lang="en-US" dirty="0"/>
              <a:t>&lt;Describe the OU and sampling factors, including the projects and Organizational Support Functions (OSFs) selected; based on the Randomly Generated Sample (RGS) and appraisal plan information from the CMMI Appraisal System (CAS)&gt;</a:t>
            </a:r>
          </a:p>
        </p:txBody>
      </p:sp>
    </p:spTree>
    <p:extLst>
      <p:ext uri="{BB962C8B-B14F-4D97-AF65-F5344CB8AC3E}">
        <p14:creationId xmlns:p14="http://schemas.microsoft.com/office/powerpoint/2010/main" val="2226382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Required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fontScale="92500" lnSpcReduction="20000"/>
          </a:bodyPr>
          <a:lstStyle/>
          <a:p>
            <a:pPr marL="0" lvl="0" indent="0">
              <a:buNone/>
            </a:pPr>
            <a:r>
              <a:rPr lang="en-US" dirty="0"/>
              <a:t>&lt;This slide and the next slide, findings definitions, should be included verbatim.&gt;</a:t>
            </a:r>
          </a:p>
          <a:p>
            <a:pPr lvl="0"/>
            <a:r>
              <a:rPr lang="en-US" dirty="0"/>
              <a:t>Required Findings Categories:</a:t>
            </a:r>
          </a:p>
          <a:p>
            <a:pPr lvl="1"/>
            <a:r>
              <a:rPr lang="en-US" u="sng" dirty="0"/>
              <a:t>Weaknesses</a:t>
            </a:r>
            <a:r>
              <a:rPr lang="en-US" dirty="0"/>
              <a:t>: A type of preliminary or final finding, which is an ineffective, or lack of, implementation of one or more processes that meet the intent and value of a practice based on verified objective evidence, and applicable across the project(s) and organizational support functions (OSFs) or Organizational Unit as a whole. This is realized either by a) the process itself does not address a CMMI practice requirement, or b) the project(s) or OSFs are not following their process that meets the intent and value of the applicable CMMI practice.</a:t>
            </a:r>
            <a:endParaRPr lang="en-US" b="1" dirty="0"/>
          </a:p>
          <a:p>
            <a:pPr lvl="1"/>
            <a:endParaRPr lang="en-US" dirty="0"/>
          </a:p>
          <a:p>
            <a:pPr lvl="1"/>
            <a:r>
              <a:rPr lang="en-US" u="sng" dirty="0"/>
              <a:t>Strengths</a:t>
            </a:r>
            <a:r>
              <a:rPr lang="en-US" dirty="0"/>
              <a:t>: A type of preliminary or final finding, which is an exemplary or noteworthy implementation of a process that meets the intent and value of a CMMI model practice.</a:t>
            </a:r>
            <a:endParaRPr lang="en-US" b="1" dirty="0"/>
          </a:p>
        </p:txBody>
      </p:sp>
    </p:spTree>
    <p:extLst>
      <p:ext uri="{BB962C8B-B14F-4D97-AF65-F5344CB8AC3E}">
        <p14:creationId xmlns:p14="http://schemas.microsoft.com/office/powerpoint/2010/main" val="723158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Optional Findings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a:xfrm>
            <a:off x="838200" y="1219200"/>
            <a:ext cx="10515600" cy="5257800"/>
          </a:xfrm>
        </p:spPr>
        <p:txBody>
          <a:bodyPr>
            <a:normAutofit fontScale="77500" lnSpcReduction="20000"/>
          </a:bodyPr>
          <a:lstStyle/>
          <a:p>
            <a:pPr marL="0" indent="0">
              <a:lnSpc>
                <a:spcPct val="95000"/>
              </a:lnSpc>
              <a:buNone/>
            </a:pPr>
            <a:r>
              <a:rPr lang="en-US" dirty="0"/>
              <a:t>&lt;This slide and the previous slide, findings definitions, should be included verbatim.&gt;</a:t>
            </a:r>
            <a:endParaRPr lang="en-US" u="sng" dirty="0"/>
          </a:p>
          <a:p>
            <a:pPr>
              <a:lnSpc>
                <a:spcPct val="95000"/>
              </a:lnSpc>
            </a:pPr>
            <a:r>
              <a:rPr lang="en-US" u="sng" dirty="0"/>
              <a:t>Notes</a:t>
            </a:r>
            <a:r>
              <a:rPr lang="en-US" dirty="0"/>
              <a:t>: Additional explanatory information regarding weaknesses or strengths, e.g., examples, supporting indicators, and consequences resulting from weaknesses.  </a:t>
            </a:r>
            <a:r>
              <a:rPr lang="en-US" b="1" i="1" dirty="0"/>
              <a:t>Notes must NOT be used as a category in lieu of weaknesses.</a:t>
            </a:r>
          </a:p>
          <a:p>
            <a:pPr>
              <a:lnSpc>
                <a:spcPct val="95000"/>
              </a:lnSpc>
            </a:pPr>
            <a:r>
              <a:rPr lang="en-US" u="sng" dirty="0"/>
              <a:t>Improvement Opportunity</a:t>
            </a:r>
            <a:r>
              <a:rPr lang="en-US" dirty="0"/>
              <a:t>: A type of preliminary or Final Findings about a particular process that meets the intent and value of a model practice but represents an opportunity where the process could be improved to provide more value.</a:t>
            </a:r>
          </a:p>
          <a:p>
            <a:pPr>
              <a:lnSpc>
                <a:spcPct val="95000"/>
              </a:lnSpc>
            </a:pPr>
            <a:r>
              <a:rPr lang="en-US" u="sng" dirty="0"/>
              <a:t>Improvements in Progress</a:t>
            </a:r>
            <a:r>
              <a:rPr lang="en-US" dirty="0"/>
              <a:t>: A type of preliminary or Final Findings statement that is a reflection of the current state of a Practice Area or practice which is newly implemented for the project(s) or Organizational Unit and shows promise of helping to achieve further improvement. Due to the recent nature of that process implementation, artifacts may be limited.  </a:t>
            </a:r>
            <a:endParaRPr lang="en-US" b="1" dirty="0"/>
          </a:p>
          <a:p>
            <a:pPr>
              <a:lnSpc>
                <a:spcPct val="95000"/>
              </a:lnSpc>
            </a:pPr>
            <a:r>
              <a:rPr lang="en-US" u="sng" dirty="0"/>
              <a:t>Recommendations/Next Steps</a:t>
            </a:r>
            <a:r>
              <a:rPr lang="en-US" dirty="0"/>
              <a:t>: Recommendations by the appraisal team for ways to address findings.  These must not be conveyed as mandatory or guarantees of future characterizations or ratings. Recommendations must be either a separate report or separate section from the main appraisal findings, including the ratings and a disclaimer that “These recommendations are not mandatory nor guarantee of addressing findings or future characterizations or ratings.” </a:t>
            </a:r>
          </a:p>
        </p:txBody>
      </p:sp>
    </p:spTree>
    <p:extLst>
      <p:ext uri="{BB962C8B-B14F-4D97-AF65-F5344CB8AC3E}">
        <p14:creationId xmlns:p14="http://schemas.microsoft.com/office/powerpoint/2010/main" val="3062080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0833A2-2543-F343-8CAD-C65B54F705B9}"/>
              </a:ext>
            </a:extLst>
          </p:cNvPr>
          <p:cNvPicPr>
            <a:picLocks noChangeAspect="1"/>
          </p:cNvPicPr>
          <p:nvPr/>
        </p:nvPicPr>
        <p:blipFill>
          <a:blip r:embed="rId3"/>
          <a:srcRect/>
          <a:stretch/>
        </p:blipFill>
        <p:spPr>
          <a:xfrm>
            <a:off x="1333740" y="988818"/>
            <a:ext cx="9524520" cy="4880363"/>
          </a:xfrm>
          <a:prstGeom prst="rect">
            <a:avLst/>
          </a:prstGeom>
        </p:spPr>
      </p:pic>
      <p:sp>
        <p:nvSpPr>
          <p:cNvPr id="2" name="Title 1">
            <a:extLst>
              <a:ext uri="{FF2B5EF4-FFF2-40B4-BE49-F238E27FC236}">
                <a16:creationId xmlns:a16="http://schemas.microsoft.com/office/drawing/2014/main" id="{89ECAD2E-4F37-6872-8323-9B5970AAF978}"/>
              </a:ext>
            </a:extLst>
          </p:cNvPr>
          <p:cNvSpPr txBox="1">
            <a:spLocks/>
          </p:cNvSpPr>
          <p:nvPr/>
        </p:nvSpPr>
        <p:spPr>
          <a:xfrm>
            <a:off x="838200" y="365126"/>
            <a:ext cx="11222620" cy="602284"/>
          </a:xfrm>
          <a:prstGeom prst="rect">
            <a:avLst/>
          </a:prstGeom>
        </p:spPr>
        <p:txBody>
          <a:bodyPr/>
          <a:lstStyle>
            <a:lvl1pPr algn="l" defTabSz="914400" rtl="0" eaLnBrk="1" latinLnBrk="0" hangingPunct="1">
              <a:lnSpc>
                <a:spcPct val="90000"/>
              </a:lnSpc>
              <a:spcBef>
                <a:spcPct val="0"/>
              </a:spcBef>
              <a:buNone/>
              <a:defRPr sz="4400" kern="1200">
                <a:solidFill>
                  <a:srgbClr val="1E2C5B"/>
                </a:solidFill>
                <a:latin typeface="+mj-lt"/>
                <a:ea typeface="+mj-ea"/>
                <a:cs typeface="+mj-cs"/>
              </a:defRPr>
            </a:lvl1pPr>
          </a:lstStyle>
          <a:p>
            <a:r>
              <a:rPr lang="en-US" sz="3200" b="1" dirty="0">
                <a:latin typeface="+mn-lt"/>
              </a:rPr>
              <a:t>CMMI Appraisal Process – Appraisal Phases</a:t>
            </a:r>
          </a:p>
        </p:txBody>
      </p:sp>
    </p:spTree>
    <p:extLst>
      <p:ext uri="{BB962C8B-B14F-4D97-AF65-F5344CB8AC3E}">
        <p14:creationId xmlns:p14="http://schemas.microsoft.com/office/powerpoint/2010/main" val="2707522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p:txBody>
          <a:bodyPr/>
          <a:lstStyle/>
          <a:p>
            <a:r>
              <a:rPr lang="en-US" dirty="0"/>
              <a:t>Practice Area Findings</a:t>
            </a:r>
          </a:p>
        </p:txBody>
      </p:sp>
      <p:sp>
        <p:nvSpPr>
          <p:cNvPr id="5" name="Text Placeholder 4">
            <a:extLst>
              <a:ext uri="{FF2B5EF4-FFF2-40B4-BE49-F238E27FC236}">
                <a16:creationId xmlns:a16="http://schemas.microsoft.com/office/drawing/2014/main" id="{7A8FAE01-4BC4-F042-AE37-C7166A83CB47}"/>
              </a:ext>
            </a:extLst>
          </p:cNvPr>
          <p:cNvSpPr>
            <a:spLocks noGrp="1"/>
          </p:cNvSpPr>
          <p:nvPr>
            <p:ph type="body" idx="1"/>
          </p:nvPr>
        </p:nvSpPr>
        <p:spPr/>
        <p:txBody>
          <a:bodyPr/>
          <a:lstStyle/>
          <a:p>
            <a:r>
              <a:rPr lang="en-US" dirty="0">
                <a:solidFill>
                  <a:schemeClr val="tx1"/>
                </a:solidFill>
              </a:rPr>
              <a:t>&lt;Remove PA slides from this section, as needed.&gt;</a:t>
            </a:r>
          </a:p>
        </p:txBody>
      </p:sp>
    </p:spTree>
    <p:extLst>
      <p:ext uri="{BB962C8B-B14F-4D97-AF65-F5344CB8AC3E}">
        <p14:creationId xmlns:p14="http://schemas.microsoft.com/office/powerpoint/2010/main" val="1503336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B12-F514-854C-B510-58EFF32120DB}"/>
              </a:ext>
            </a:extLst>
          </p:cNvPr>
          <p:cNvSpPr>
            <a:spLocks noGrp="1"/>
          </p:cNvSpPr>
          <p:nvPr>
            <p:ph type="title"/>
          </p:nvPr>
        </p:nvSpPr>
        <p:spPr/>
        <p:txBody>
          <a:bodyPr>
            <a:normAutofit/>
          </a:bodyPr>
          <a:lstStyle/>
          <a:p>
            <a:r>
              <a:rPr lang="en-US" dirty="0"/>
              <a:t>Causal Analysis and Resolution (CAR)</a:t>
            </a:r>
          </a:p>
        </p:txBody>
      </p:sp>
      <p:sp>
        <p:nvSpPr>
          <p:cNvPr id="3" name="Content Placeholder 2">
            <a:extLst>
              <a:ext uri="{FF2B5EF4-FFF2-40B4-BE49-F238E27FC236}">
                <a16:creationId xmlns:a16="http://schemas.microsoft.com/office/drawing/2014/main" id="{FD22BCE7-6CE6-6F44-A06D-0ED3A68264D7}"/>
              </a:ext>
            </a:extLst>
          </p:cNvPr>
          <p:cNvSpPr>
            <a:spLocks noGrp="1"/>
          </p:cNvSpPr>
          <p:nvPr>
            <p:ph idx="4294967295"/>
          </p:nvPr>
        </p:nvSpPr>
        <p:spPr>
          <a:xfrm>
            <a:off x="466344" y="1463040"/>
            <a:ext cx="11265408" cy="1572768"/>
          </a:xfrm>
        </p:spPr>
        <p:txBody>
          <a:bodyPr>
            <a:normAutofit/>
          </a:bodyPr>
          <a:lstStyle/>
          <a:p>
            <a:r>
              <a:rPr lang="en-US" sz="2200" b="1" dirty="0"/>
              <a:t>Intent: </a:t>
            </a:r>
            <a:r>
              <a:rPr lang="en-US" sz="2200" dirty="0"/>
              <a:t>Identifies causes of selected outcomes and takes action to either prevent recurrence of undesirable outcomes or ensure recurrence of positive outcomes.</a:t>
            </a:r>
          </a:p>
          <a:p>
            <a:r>
              <a:rPr lang="en-US" sz="2200" b="1" dirty="0"/>
              <a:t>Value:</a:t>
            </a:r>
            <a:r>
              <a:rPr lang="en-US" sz="2200" dirty="0"/>
              <a:t> Addresses cause of issues, eliminating rework and directly improving quality and productivity.</a:t>
            </a:r>
          </a:p>
        </p:txBody>
      </p:sp>
      <p:sp>
        <p:nvSpPr>
          <p:cNvPr id="4" name="Content Placeholder 3">
            <a:extLst>
              <a:ext uri="{FF2B5EF4-FFF2-40B4-BE49-F238E27FC236}">
                <a16:creationId xmlns:a16="http://schemas.microsoft.com/office/drawing/2014/main" id="{17174A4B-0169-F64D-A513-9179A27A7170}"/>
              </a:ext>
            </a:extLst>
          </p:cNvPr>
          <p:cNvSpPr>
            <a:spLocks noGrp="1"/>
          </p:cNvSpPr>
          <p:nvPr>
            <p:ph idx="13"/>
          </p:nvPr>
        </p:nvSpPr>
        <p:spPr/>
        <p:txBody>
          <a:bodyPr>
            <a:noAutofit/>
          </a:bodyPr>
          <a:lstStyle/>
          <a:p>
            <a:pPr marL="0" indent="0">
              <a:buNone/>
            </a:pPr>
            <a:r>
              <a:rPr lang="en-US" sz="2400" b="1" dirty="0"/>
              <a:t>Strengths:</a:t>
            </a:r>
            <a:endParaRPr lang="en-US" sz="2400" dirty="0"/>
          </a:p>
          <a:p>
            <a:pPr marL="0" indent="0">
              <a:buNone/>
            </a:pPr>
            <a:endParaRPr lang="en-US" sz="2400" dirty="0"/>
          </a:p>
          <a:p>
            <a:pPr marL="0" indent="0">
              <a:buNone/>
            </a:pPr>
            <a:endParaRPr lang="en-US" sz="2400" dirty="0"/>
          </a:p>
          <a:p>
            <a:pPr marL="0" indent="0">
              <a:buNone/>
            </a:pPr>
            <a:r>
              <a:rPr lang="en-US" sz="2400" b="1" dirty="0"/>
              <a:t>Weaknesses:</a:t>
            </a:r>
            <a:endParaRPr lang="en-US" sz="2400" dirty="0"/>
          </a:p>
        </p:txBody>
      </p:sp>
      <p:pic>
        <p:nvPicPr>
          <p:cNvPr id="5" name="Picture 4">
            <a:extLst>
              <a:ext uri="{FF2B5EF4-FFF2-40B4-BE49-F238E27FC236}">
                <a16:creationId xmlns:a16="http://schemas.microsoft.com/office/drawing/2014/main" id="{5D5C89D8-0B55-544B-AD0F-183601DA7BE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70149" y="331667"/>
            <a:ext cx="828675" cy="1009650"/>
          </a:xfrm>
          <a:prstGeom prst="rect">
            <a:avLst/>
          </a:prstGeom>
        </p:spPr>
      </p:pic>
    </p:spTree>
    <p:extLst>
      <p:ext uri="{BB962C8B-B14F-4D97-AF65-F5344CB8AC3E}">
        <p14:creationId xmlns:p14="http://schemas.microsoft.com/office/powerpoint/2010/main" val="268292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66A84BB-951D-184B-B18F-2620075A6892}"/>
              </a:ext>
            </a:extLst>
          </p:cNvPr>
          <p:cNvSpPr>
            <a:spLocks noGrp="1"/>
          </p:cNvSpPr>
          <p:nvPr>
            <p:ph idx="13"/>
          </p:nvPr>
        </p:nvSpPr>
        <p:spPr>
          <a:xfrm>
            <a:off x="466344" y="1463040"/>
            <a:ext cx="11265408" cy="4417807"/>
          </a:xfrm>
        </p:spPr>
        <p:txBody>
          <a:bodyPr/>
          <a:lstStyle/>
          <a:p>
            <a:r>
              <a:rPr lang="en-US" i="1" dirty="0"/>
              <a:t>&lt;In the event more than one slide is needed for a PA, it is recommended to add a new slide with the icon and the title of the PA.&gt;</a:t>
            </a:r>
          </a:p>
        </p:txBody>
      </p:sp>
      <p:pic>
        <p:nvPicPr>
          <p:cNvPr id="7" name="Picture 6">
            <a:extLst>
              <a:ext uri="{FF2B5EF4-FFF2-40B4-BE49-F238E27FC236}">
                <a16:creationId xmlns:a16="http://schemas.microsoft.com/office/drawing/2014/main" id="{A190F15D-4C4B-7243-A968-16C5398A5766}"/>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70149" y="331667"/>
            <a:ext cx="828675" cy="1009650"/>
          </a:xfrm>
          <a:prstGeom prst="rect">
            <a:avLst/>
          </a:prstGeom>
        </p:spPr>
      </p:pic>
      <p:sp>
        <p:nvSpPr>
          <p:cNvPr id="8" name="Title 1">
            <a:extLst>
              <a:ext uri="{FF2B5EF4-FFF2-40B4-BE49-F238E27FC236}">
                <a16:creationId xmlns:a16="http://schemas.microsoft.com/office/drawing/2014/main" id="{B6CCCBB8-3A9A-9A4B-9523-34B416E77F06}"/>
              </a:ext>
            </a:extLst>
          </p:cNvPr>
          <p:cNvSpPr>
            <a:spLocks noGrp="1"/>
          </p:cNvSpPr>
          <p:nvPr>
            <p:ph type="title"/>
          </p:nvPr>
        </p:nvSpPr>
        <p:spPr/>
        <p:txBody>
          <a:bodyPr>
            <a:normAutofit/>
          </a:bodyPr>
          <a:lstStyle/>
          <a:p>
            <a:r>
              <a:rPr lang="en-US" dirty="0"/>
              <a:t>Causal Analysis and Resolution (CAR)</a:t>
            </a:r>
          </a:p>
        </p:txBody>
      </p:sp>
    </p:spTree>
    <p:extLst>
      <p:ext uri="{BB962C8B-B14F-4D97-AF65-F5344CB8AC3E}">
        <p14:creationId xmlns:p14="http://schemas.microsoft.com/office/powerpoint/2010/main" val="1069073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C94052-D3D2-1D46-9E1A-87C7462F1125}"/>
              </a:ext>
            </a:extLst>
          </p:cNvPr>
          <p:cNvSpPr>
            <a:spLocks noGrp="1"/>
          </p:cNvSpPr>
          <p:nvPr>
            <p:ph type="title"/>
          </p:nvPr>
        </p:nvSpPr>
        <p:spPr/>
        <p:txBody>
          <a:bodyPr>
            <a:normAutofit/>
          </a:bodyPr>
          <a:lstStyle/>
          <a:p>
            <a:r>
              <a:rPr lang="en-US" dirty="0"/>
              <a:t>Configuration Management (CM)</a:t>
            </a:r>
          </a:p>
        </p:txBody>
      </p:sp>
      <p:sp>
        <p:nvSpPr>
          <p:cNvPr id="5" name="Content Placeholder 4">
            <a:extLst>
              <a:ext uri="{FF2B5EF4-FFF2-40B4-BE49-F238E27FC236}">
                <a16:creationId xmlns:a16="http://schemas.microsoft.com/office/drawing/2014/main" id="{F7851FC6-ACD6-F341-AD7C-83127EFB5A77}"/>
              </a:ext>
            </a:extLst>
          </p:cNvPr>
          <p:cNvSpPr>
            <a:spLocks noGrp="1"/>
          </p:cNvSpPr>
          <p:nvPr>
            <p:ph idx="4294967295"/>
          </p:nvPr>
        </p:nvSpPr>
        <p:spPr>
          <a:xfrm>
            <a:off x="466344" y="1463040"/>
            <a:ext cx="11265408" cy="1572768"/>
          </a:xfrm>
        </p:spPr>
        <p:txBody>
          <a:bodyPr>
            <a:normAutofit/>
          </a:bodyPr>
          <a:lstStyle/>
          <a:p>
            <a:r>
              <a:rPr lang="en-US" sz="2200" b="1" dirty="0"/>
              <a:t>Intent: </a:t>
            </a:r>
            <a:r>
              <a:rPr lang="en-US" sz="2200" dirty="0"/>
              <a:t>Manages the integrity of work products using configuration identification, version control, change control, and audits.</a:t>
            </a:r>
          </a:p>
          <a:p>
            <a:r>
              <a:rPr lang="en-US" sz="2200" b="1" dirty="0"/>
              <a:t>Value:</a:t>
            </a:r>
            <a:r>
              <a:rPr lang="en-US" sz="2200" dirty="0"/>
              <a:t> Reduces loss of work and increases the ability to deliver the correct version of the solution to the customer.</a:t>
            </a:r>
          </a:p>
          <a:p>
            <a:endParaRPr lang="en-US" sz="2400" dirty="0"/>
          </a:p>
        </p:txBody>
      </p:sp>
      <p:sp>
        <p:nvSpPr>
          <p:cNvPr id="6" name="Content Placeholder 5">
            <a:extLst>
              <a:ext uri="{FF2B5EF4-FFF2-40B4-BE49-F238E27FC236}">
                <a16:creationId xmlns:a16="http://schemas.microsoft.com/office/drawing/2014/main" id="{A586A565-472F-674F-BA92-4286FABB6123}"/>
              </a:ext>
            </a:extLst>
          </p:cNvPr>
          <p:cNvSpPr>
            <a:spLocks noGrp="1"/>
          </p:cNvSpPr>
          <p:nvPr>
            <p:ph idx="13"/>
          </p:nvPr>
        </p:nvSpPr>
        <p:spPr/>
        <p:txBody>
          <a:bodyPr>
            <a:noAutofit/>
          </a:bodyPr>
          <a:lstStyle/>
          <a:p>
            <a:pPr marL="0" indent="0">
              <a:buNone/>
            </a:pPr>
            <a:r>
              <a:rPr lang="en-US" sz="2400" b="1" dirty="0"/>
              <a:t>Strengths:</a:t>
            </a:r>
            <a:endParaRPr lang="en-US" sz="2400" dirty="0"/>
          </a:p>
          <a:p>
            <a:pPr marL="0" indent="0">
              <a:buNone/>
            </a:pPr>
            <a:endParaRPr lang="en-US" sz="2400" dirty="0"/>
          </a:p>
          <a:p>
            <a:pPr marL="0" indent="0">
              <a:buNone/>
            </a:pPr>
            <a:endParaRPr lang="en-US" sz="2400" dirty="0"/>
          </a:p>
          <a:p>
            <a:pPr marL="0" indent="0">
              <a:buNone/>
            </a:pPr>
            <a:r>
              <a:rPr lang="en-US" sz="2400" b="1" dirty="0"/>
              <a:t>Weaknesses:</a:t>
            </a:r>
            <a:endParaRPr lang="en-US" sz="2400" dirty="0"/>
          </a:p>
          <a:p>
            <a:pPr marL="0" indent="0">
              <a:buNone/>
            </a:pPr>
            <a:endParaRPr lang="en-US" sz="2400" dirty="0"/>
          </a:p>
        </p:txBody>
      </p:sp>
      <p:pic>
        <p:nvPicPr>
          <p:cNvPr id="7" name="Picture 6">
            <a:extLst>
              <a:ext uri="{FF2B5EF4-FFF2-40B4-BE49-F238E27FC236}">
                <a16:creationId xmlns:a16="http://schemas.microsoft.com/office/drawing/2014/main" id="{B6B8940F-F466-0C49-BA8F-759D5D68A179}"/>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66344" y="329184"/>
            <a:ext cx="828675" cy="1009650"/>
          </a:xfrm>
          <a:prstGeom prst="rect">
            <a:avLst/>
          </a:prstGeom>
        </p:spPr>
      </p:pic>
    </p:spTree>
    <p:extLst>
      <p:ext uri="{BB962C8B-B14F-4D97-AF65-F5344CB8AC3E}">
        <p14:creationId xmlns:p14="http://schemas.microsoft.com/office/powerpoint/2010/main" val="1212394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9896" y="347472"/>
            <a:ext cx="1136276" cy="990600"/>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solidFill>
                  <a:srgbClr val="1E2C5B"/>
                </a:solidFill>
              </a:rPr>
              <a:t>Continuity (CONT)</a:t>
            </a: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6344" y="1463040"/>
            <a:ext cx="11265408" cy="1567609"/>
          </a:xfrm>
          <a:prstGeom prst="rect">
            <a:avLst/>
          </a:prstGeom>
          <a:noFill/>
        </p:spPr>
        <p:txBody>
          <a:bodyPr wrap="square" rtlCol="0">
            <a:spAutoFit/>
          </a:bodyPr>
          <a:lstStyle/>
          <a:p>
            <a:r>
              <a:rPr lang="en-US" sz="2200" b="1" dirty="0"/>
              <a:t>Intent: </a:t>
            </a:r>
            <a:r>
              <a:rPr lang="en-US" sz="2200" dirty="0"/>
              <a:t>Anticipates and addresses disruptions to critical business operations so work can continue or resume as soon as possible.</a:t>
            </a:r>
          </a:p>
          <a:p>
            <a:r>
              <a:rPr lang="en-US" sz="2200" b="1" dirty="0"/>
              <a:t>Value: </a:t>
            </a:r>
            <a:r>
              <a:rPr lang="en-US" sz="2200" dirty="0"/>
              <a:t>Enables continued operation when serious disruptions or catastrophic events occur.</a:t>
            </a:r>
          </a:p>
          <a:p>
            <a:endParaRPr lang="en-US" sz="2200" dirty="0"/>
          </a:p>
        </p:txBody>
      </p:sp>
      <p:sp>
        <p:nvSpPr>
          <p:cNvPr id="10" name="Content Placeholder 9">
            <a:extLst>
              <a:ext uri="{FF2B5EF4-FFF2-40B4-BE49-F238E27FC236}">
                <a16:creationId xmlns:a16="http://schemas.microsoft.com/office/drawing/2014/main" id="{EE7CC6EC-0801-EC45-BE62-C457A7F7AB7E}"/>
              </a:ext>
            </a:extLst>
          </p:cNvPr>
          <p:cNvSpPr txBox="1">
            <a:spLocks noGrp="1"/>
          </p:cNvSpPr>
          <p:nvPr>
            <p:ph idx="13"/>
          </p:nvPr>
        </p:nvSpPr>
        <p:spPr>
          <a:xfrm>
            <a:off x="466344" y="2990088"/>
            <a:ext cx="11265408" cy="2267287"/>
          </a:xfrm>
          <a:prstGeom prst="rect">
            <a:avLst/>
          </a:prstGeom>
          <a:noFill/>
        </p:spPr>
        <p:txBody>
          <a:bodyPr wrap="square" rtlCol="0">
            <a:spAutoFit/>
          </a:bodyPr>
          <a:lstStyle/>
          <a:p>
            <a:r>
              <a:rPr lang="en-US" sz="2400" b="1" dirty="0"/>
              <a:t>Strengths:</a:t>
            </a:r>
            <a:endParaRPr lang="en-US" sz="2400" dirty="0"/>
          </a:p>
          <a:p>
            <a:endParaRPr lang="en-US" sz="2400" dirty="0"/>
          </a:p>
          <a:p>
            <a:endParaRPr lang="en-US" sz="2400" dirty="0"/>
          </a:p>
          <a:p>
            <a:r>
              <a:rPr lang="en-US" sz="2400" b="1" dirty="0"/>
              <a:t>Weaknesses:</a:t>
            </a:r>
            <a:endParaRPr lang="en-US" sz="2400" dirty="0"/>
          </a:p>
          <a:p>
            <a:endParaRPr lang="en-US" sz="2400" dirty="0"/>
          </a:p>
        </p:txBody>
      </p:sp>
    </p:spTree>
    <p:extLst>
      <p:ext uri="{BB962C8B-B14F-4D97-AF65-F5344CB8AC3E}">
        <p14:creationId xmlns:p14="http://schemas.microsoft.com/office/powerpoint/2010/main" val="16557971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FDD3C-DBDF-5A39-19B1-3811364AFA7E}"/>
              </a:ext>
            </a:extLst>
          </p:cNvPr>
          <p:cNvSpPr>
            <a:spLocks noGrp="1"/>
          </p:cNvSpPr>
          <p:nvPr>
            <p:ph type="title"/>
          </p:nvPr>
        </p:nvSpPr>
        <p:spPr/>
        <p:txBody>
          <a:bodyPr/>
          <a:lstStyle/>
          <a:p>
            <a:r>
              <a:rPr lang="en-US" dirty="0"/>
              <a:t>Data Management (DM)</a:t>
            </a:r>
          </a:p>
        </p:txBody>
      </p:sp>
      <p:sp>
        <p:nvSpPr>
          <p:cNvPr id="3" name="Content Placeholder 2">
            <a:extLst>
              <a:ext uri="{FF2B5EF4-FFF2-40B4-BE49-F238E27FC236}">
                <a16:creationId xmlns:a16="http://schemas.microsoft.com/office/drawing/2014/main" id="{E6966800-B76E-3F8A-BD38-1882C3D38B35}"/>
              </a:ext>
            </a:extLst>
          </p:cNvPr>
          <p:cNvSpPr>
            <a:spLocks noGrp="1"/>
          </p:cNvSpPr>
          <p:nvPr>
            <p:ph idx="1"/>
          </p:nvPr>
        </p:nvSpPr>
        <p:spPr/>
        <p:txBody>
          <a:bodyPr>
            <a:normAutofit/>
          </a:bodyPr>
          <a:lstStyle/>
          <a:p>
            <a:r>
              <a:rPr lang="en-US" sz="2200" b="1" dirty="0"/>
              <a:t>Intent: </a:t>
            </a:r>
            <a:r>
              <a:rPr lang="en-US" sz="2200" dirty="0"/>
              <a:t>Identifies, implements, and controls the approach and activities for managing data.</a:t>
            </a:r>
          </a:p>
          <a:p>
            <a:r>
              <a:rPr lang="en-US" sz="2200" b="1" dirty="0"/>
              <a:t>Value:</a:t>
            </a:r>
            <a:r>
              <a:rPr lang="en-US" sz="2200" dirty="0"/>
              <a:t> Maximizes operational efficiency by prioritizing critical data activities to meet performance needs.</a:t>
            </a:r>
          </a:p>
        </p:txBody>
      </p:sp>
      <p:sp>
        <p:nvSpPr>
          <p:cNvPr id="4" name="Content Placeholder 3">
            <a:extLst>
              <a:ext uri="{FF2B5EF4-FFF2-40B4-BE49-F238E27FC236}">
                <a16:creationId xmlns:a16="http://schemas.microsoft.com/office/drawing/2014/main" id="{175F74D5-E26A-C58F-46A4-2FF15A0A9686}"/>
              </a:ext>
            </a:extLst>
          </p:cNvPr>
          <p:cNvSpPr>
            <a:spLocks noGrp="1"/>
          </p:cNvSpPr>
          <p:nvPr>
            <p:ph idx="13"/>
          </p:nvPr>
        </p:nvSpPr>
        <p:spPr/>
        <p:txBody>
          <a:bodyPr/>
          <a:lstStyle/>
          <a:p>
            <a:r>
              <a:rPr lang="en-US" dirty="0"/>
              <a:t>Strengths:</a:t>
            </a:r>
          </a:p>
          <a:p>
            <a:endParaRPr lang="en-US" dirty="0"/>
          </a:p>
          <a:p>
            <a:endParaRPr lang="en-US" dirty="0"/>
          </a:p>
          <a:p>
            <a:r>
              <a:rPr lang="en-US" dirty="0"/>
              <a:t>Weaknesses:</a:t>
            </a:r>
          </a:p>
        </p:txBody>
      </p:sp>
      <p:pic>
        <p:nvPicPr>
          <p:cNvPr id="1026" name="Picture 2">
            <a:extLst>
              <a:ext uri="{FF2B5EF4-FFF2-40B4-BE49-F238E27FC236}">
                <a16:creationId xmlns:a16="http://schemas.microsoft.com/office/drawing/2014/main" id="{D2A32056-0E62-F993-E791-696449F3C1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863" y="219708"/>
            <a:ext cx="1190625" cy="1057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3451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CEE73-0DE3-CE31-1E23-6920C0BA9D8B}"/>
              </a:ext>
            </a:extLst>
          </p:cNvPr>
          <p:cNvSpPr>
            <a:spLocks noGrp="1"/>
          </p:cNvSpPr>
          <p:nvPr>
            <p:ph type="title"/>
          </p:nvPr>
        </p:nvSpPr>
        <p:spPr/>
        <p:txBody>
          <a:bodyPr/>
          <a:lstStyle/>
          <a:p>
            <a:r>
              <a:rPr lang="en-US" dirty="0"/>
              <a:t>Data Quality (DQ)</a:t>
            </a:r>
          </a:p>
        </p:txBody>
      </p:sp>
      <p:sp>
        <p:nvSpPr>
          <p:cNvPr id="3" name="Content Placeholder 2">
            <a:extLst>
              <a:ext uri="{FF2B5EF4-FFF2-40B4-BE49-F238E27FC236}">
                <a16:creationId xmlns:a16="http://schemas.microsoft.com/office/drawing/2014/main" id="{E8DFAF51-6D31-B6CE-E86D-782D4910D00B}"/>
              </a:ext>
            </a:extLst>
          </p:cNvPr>
          <p:cNvSpPr>
            <a:spLocks noGrp="1"/>
          </p:cNvSpPr>
          <p:nvPr>
            <p:ph idx="1"/>
          </p:nvPr>
        </p:nvSpPr>
        <p:spPr/>
        <p:txBody>
          <a:bodyPr>
            <a:normAutofit/>
          </a:bodyPr>
          <a:lstStyle/>
          <a:p>
            <a:r>
              <a:rPr lang="en-US" sz="2200" b="1" dirty="0"/>
              <a:t>Intent: </a:t>
            </a:r>
            <a:r>
              <a:rPr lang="en-US" sz="2200" dirty="0"/>
              <a:t>Develops, follows, and keeps updated an approach for implementing data quality standards.</a:t>
            </a:r>
          </a:p>
          <a:p>
            <a:r>
              <a:rPr lang="en-US" sz="2200" b="1" dirty="0"/>
              <a:t>Value:</a:t>
            </a:r>
            <a:r>
              <a:rPr lang="en-US" sz="2200" dirty="0"/>
              <a:t> Maximizes the value and accuracy of data for effective business operations and consistent decision-making.</a:t>
            </a:r>
          </a:p>
        </p:txBody>
      </p:sp>
      <p:sp>
        <p:nvSpPr>
          <p:cNvPr id="4" name="Content Placeholder 3">
            <a:extLst>
              <a:ext uri="{FF2B5EF4-FFF2-40B4-BE49-F238E27FC236}">
                <a16:creationId xmlns:a16="http://schemas.microsoft.com/office/drawing/2014/main" id="{DA0C9400-94AB-C4F5-B8D3-E64CBCD2CC14}"/>
              </a:ext>
            </a:extLst>
          </p:cNvPr>
          <p:cNvSpPr>
            <a:spLocks noGrp="1"/>
          </p:cNvSpPr>
          <p:nvPr>
            <p:ph idx="13"/>
          </p:nvPr>
        </p:nvSpPr>
        <p:spPr/>
        <p:txBody>
          <a:bodyPr/>
          <a:lstStyle/>
          <a:p>
            <a:r>
              <a:rPr lang="en-US" dirty="0"/>
              <a:t>Strengths:</a:t>
            </a:r>
          </a:p>
          <a:p>
            <a:endParaRPr lang="en-US" dirty="0"/>
          </a:p>
          <a:p>
            <a:endParaRPr lang="en-US" dirty="0"/>
          </a:p>
          <a:p>
            <a:r>
              <a:rPr lang="en-US" dirty="0"/>
              <a:t>Weaknesses:</a:t>
            </a:r>
          </a:p>
        </p:txBody>
      </p:sp>
      <p:pic>
        <p:nvPicPr>
          <p:cNvPr id="2050" name="Picture 2">
            <a:extLst>
              <a:ext uri="{FF2B5EF4-FFF2-40B4-BE49-F238E27FC236}">
                <a16:creationId xmlns:a16="http://schemas.microsoft.com/office/drawing/2014/main" id="{C0E815BD-57BD-05F2-54EA-F1A640F638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952" y="192693"/>
            <a:ext cx="1190625"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225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p:txBody>
          <a:bodyPr>
            <a:normAutofit/>
          </a:bodyPr>
          <a:lstStyle/>
          <a:p>
            <a:r>
              <a:rPr lang="en-US" dirty="0"/>
              <a:t>Decision Analysis and Resolution (DAR)</a:t>
            </a: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6344" y="1463040"/>
            <a:ext cx="11265408" cy="1572768"/>
          </a:xfrm>
        </p:spPr>
        <p:txBody>
          <a:bodyPr>
            <a:normAutofit/>
          </a:bodyPr>
          <a:lstStyle/>
          <a:p>
            <a:r>
              <a:rPr lang="en-US" sz="2200" b="1" dirty="0"/>
              <a:t>Intent: </a:t>
            </a:r>
            <a:r>
              <a:rPr lang="en-US" sz="2200" dirty="0"/>
              <a:t>Makes and records decisions using a recorded process that analyzes alternatives.</a:t>
            </a:r>
          </a:p>
          <a:p>
            <a:r>
              <a:rPr lang="en-US" sz="2200" b="1" dirty="0"/>
              <a:t>Value:</a:t>
            </a:r>
            <a:r>
              <a:rPr lang="en-US" sz="2200" dirty="0"/>
              <a:t> Increases the objectivity of decision-making and the probability of selecting the optimal solution.</a:t>
            </a:r>
          </a:p>
          <a:p>
            <a:endParaRPr lang="en-US" dirty="0"/>
          </a:p>
        </p:txBody>
      </p:sp>
      <p:sp>
        <p:nvSpPr>
          <p:cNvPr id="6" name="Content Placeholder 5">
            <a:extLst>
              <a:ext uri="{FF2B5EF4-FFF2-40B4-BE49-F238E27FC236}">
                <a16:creationId xmlns:a16="http://schemas.microsoft.com/office/drawing/2014/main" id="{E8554462-D928-C940-9524-C0827B793168}"/>
              </a:ext>
            </a:extLst>
          </p:cNvPr>
          <p:cNvSpPr>
            <a:spLocks noGrp="1"/>
          </p:cNvSpPr>
          <p:nvPr>
            <p:ph idx="13"/>
          </p:nvPr>
        </p:nvSpPr>
        <p:spPr/>
        <p:txBody>
          <a:bodyPr>
            <a:noAutofit/>
          </a:bodyPr>
          <a:lstStyle/>
          <a:p>
            <a:pPr marL="0" indent="0">
              <a:buNone/>
            </a:pPr>
            <a:r>
              <a:rPr lang="en-US" sz="2400" b="1" dirty="0"/>
              <a:t>Strengths:</a:t>
            </a:r>
            <a:endParaRPr lang="en-US" sz="2400" dirty="0"/>
          </a:p>
          <a:p>
            <a:pPr marL="0" indent="0">
              <a:buNone/>
            </a:pPr>
            <a:endParaRPr lang="en-US" sz="2400" dirty="0"/>
          </a:p>
          <a:p>
            <a:pPr marL="0" indent="0">
              <a:buNone/>
            </a:pPr>
            <a:endParaRPr lang="en-US" sz="2400" dirty="0"/>
          </a:p>
          <a:p>
            <a:pPr marL="0" indent="0">
              <a:buNone/>
            </a:pPr>
            <a:r>
              <a:rPr lang="en-US" sz="2400" b="1" dirty="0"/>
              <a:t>Weaknesses:</a:t>
            </a:r>
            <a:endParaRPr lang="en-US" sz="2400" dirty="0"/>
          </a:p>
        </p:txBody>
      </p:sp>
      <p:pic>
        <p:nvPicPr>
          <p:cNvPr id="7" name="Picture 6">
            <a:extLst>
              <a:ext uri="{FF2B5EF4-FFF2-40B4-BE49-F238E27FC236}">
                <a16:creationId xmlns:a16="http://schemas.microsoft.com/office/drawing/2014/main" id="{63AE4084-C272-D348-A954-332D73CB7985}"/>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66344" y="329184"/>
            <a:ext cx="828675" cy="1009650"/>
          </a:xfrm>
          <a:prstGeom prst="rect">
            <a:avLst/>
          </a:prstGeom>
        </p:spPr>
      </p:pic>
    </p:spTree>
    <p:extLst>
      <p:ext uri="{BB962C8B-B14F-4D97-AF65-F5344CB8AC3E}">
        <p14:creationId xmlns:p14="http://schemas.microsoft.com/office/powerpoint/2010/main" val="201728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p:txBody>
          <a:bodyPr>
            <a:normAutofit/>
          </a:bodyPr>
          <a:lstStyle/>
          <a:p>
            <a:r>
              <a:rPr lang="en-US" dirty="0"/>
              <a:t>Enabling Safety (ESAF)</a:t>
            </a: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6344" y="1463040"/>
            <a:ext cx="11265408" cy="1572768"/>
          </a:xfrm>
        </p:spPr>
        <p:txBody>
          <a:bodyPr>
            <a:normAutofit/>
          </a:bodyPr>
          <a:lstStyle/>
          <a:p>
            <a:r>
              <a:rPr lang="en-US" sz="2200" b="1" dirty="0"/>
              <a:t>Intent: </a:t>
            </a:r>
            <a:r>
              <a:rPr lang="en-US" sz="2200" dirty="0"/>
              <a:t>Minimizes and mitigates safety risks within the tolerance parameters and constraints of operational effectiveness, time, and cost.</a:t>
            </a:r>
          </a:p>
          <a:p>
            <a:r>
              <a:rPr lang="en-US" sz="2200" b="1" dirty="0"/>
              <a:t>Value:</a:t>
            </a:r>
            <a:r>
              <a:rPr lang="en-US" sz="2200" dirty="0"/>
              <a:t> Reduces the residual safety hazard risk to an acceptable tolerance level.</a:t>
            </a:r>
          </a:p>
        </p:txBody>
      </p:sp>
      <p:sp>
        <p:nvSpPr>
          <p:cNvPr id="6" name="Content Placeholder 5">
            <a:extLst>
              <a:ext uri="{FF2B5EF4-FFF2-40B4-BE49-F238E27FC236}">
                <a16:creationId xmlns:a16="http://schemas.microsoft.com/office/drawing/2014/main" id="{E8554462-D928-C940-9524-C0827B793168}"/>
              </a:ext>
            </a:extLst>
          </p:cNvPr>
          <p:cNvSpPr>
            <a:spLocks noGrp="1"/>
          </p:cNvSpPr>
          <p:nvPr>
            <p:ph idx="13"/>
          </p:nvPr>
        </p:nvSpPr>
        <p:spPr/>
        <p:txBody>
          <a:bodyPr>
            <a:noAutofit/>
          </a:bodyPr>
          <a:lstStyle/>
          <a:p>
            <a:pPr marL="0" indent="0">
              <a:buNone/>
            </a:pPr>
            <a:r>
              <a:rPr lang="en-US" sz="2400" b="1" dirty="0"/>
              <a:t>Strengths:</a:t>
            </a:r>
            <a:endParaRPr lang="en-US" sz="2400" dirty="0"/>
          </a:p>
          <a:p>
            <a:pPr marL="0" indent="0">
              <a:buNone/>
            </a:pPr>
            <a:endParaRPr lang="en-US" sz="2400" dirty="0"/>
          </a:p>
          <a:p>
            <a:pPr marL="0" indent="0">
              <a:buNone/>
            </a:pPr>
            <a:endParaRPr lang="en-US" sz="2400" dirty="0"/>
          </a:p>
          <a:p>
            <a:pPr marL="0" indent="0">
              <a:buNone/>
            </a:pPr>
            <a:r>
              <a:rPr lang="en-US" sz="2400" b="1" dirty="0"/>
              <a:t>Weaknesses:</a:t>
            </a:r>
            <a:endParaRPr lang="en-US" sz="2400" dirty="0"/>
          </a:p>
        </p:txBody>
      </p:sp>
      <p:pic>
        <p:nvPicPr>
          <p:cNvPr id="2" name="Picture 2">
            <a:extLst>
              <a:ext uri="{FF2B5EF4-FFF2-40B4-BE49-F238E27FC236}">
                <a16:creationId xmlns:a16="http://schemas.microsoft.com/office/drawing/2014/main" id="{BA6E0743-56BC-205E-AEEF-3DE0E95541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813" y="303276"/>
            <a:ext cx="1209675"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9067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p:txBody>
          <a:bodyPr>
            <a:normAutofit/>
          </a:bodyPr>
          <a:lstStyle/>
          <a:p>
            <a:r>
              <a:rPr lang="en-US" dirty="0"/>
              <a:t>Enabling Security (ESEC)</a:t>
            </a: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6344" y="1463040"/>
            <a:ext cx="11265408" cy="1572768"/>
          </a:xfrm>
        </p:spPr>
        <p:txBody>
          <a:bodyPr>
            <a:normAutofit lnSpcReduction="10000"/>
          </a:bodyPr>
          <a:lstStyle/>
          <a:p>
            <a:pPr marR="0">
              <a:spcAft>
                <a:spcPts val="600"/>
              </a:spcAft>
            </a:pPr>
            <a:r>
              <a:rPr lang="en-US" sz="2200" b="1" dirty="0">
                <a:latin typeface="Calibri" panose="020F0502020204030204" pitchFamily="34" charset="0"/>
                <a:cs typeface="Calibri" panose="020F0502020204030204" pitchFamily="34" charset="0"/>
              </a:rPr>
              <a:t>Intent: </a:t>
            </a:r>
            <a:r>
              <a:rPr lang="en-US" sz="2200" dirty="0">
                <a:latin typeface="Calibri" panose="020F0502020204030204" pitchFamily="34" charset="0"/>
                <a:ea typeface="Tahoma" panose="020B0604030504040204" pitchFamily="34" charset="0"/>
                <a:cs typeface="Calibri" panose="020F0502020204030204" pitchFamily="34" charset="0"/>
              </a:rPr>
              <a:t>Develops and keeps updated the security approach that includes anticipating, identifying, and taking actions to avoid or minimize the impacts of security issues on an organization or solution.</a:t>
            </a:r>
          </a:p>
          <a:p>
            <a:pPr marR="0">
              <a:spcAft>
                <a:spcPts val="600"/>
              </a:spcAft>
            </a:pPr>
            <a:r>
              <a:rPr lang="en-US" sz="2200" b="1" dirty="0">
                <a:latin typeface="Calibri" panose="020F0502020204030204" pitchFamily="34" charset="0"/>
                <a:cs typeface="Calibri" panose="020F0502020204030204" pitchFamily="34" charset="0"/>
              </a:rPr>
              <a:t>Value:</a:t>
            </a:r>
            <a:r>
              <a:rPr lang="en-US" sz="2200" dirty="0">
                <a:latin typeface="Calibri" panose="020F0502020204030204" pitchFamily="34" charset="0"/>
                <a:cs typeface="Calibri" panose="020F0502020204030204" pitchFamily="34" charset="0"/>
              </a:rPr>
              <a:t> </a:t>
            </a:r>
            <a:r>
              <a:rPr lang="en-US" sz="2200" dirty="0">
                <a:latin typeface="Calibri" panose="020F0502020204030204" pitchFamily="34" charset="0"/>
                <a:ea typeface="Tahoma" panose="020B0604030504040204" pitchFamily="34" charset="0"/>
                <a:cs typeface="Calibri" panose="020F0502020204030204" pitchFamily="34" charset="0"/>
              </a:rPr>
              <a:t>Reduces the impact of security threats and vulnerabilities on business performance.</a:t>
            </a:r>
          </a:p>
          <a:p>
            <a:pPr marL="0" indent="0">
              <a:buNone/>
            </a:pPr>
            <a:endParaRPr lang="en-US" sz="2200" dirty="0"/>
          </a:p>
          <a:p>
            <a:endParaRPr lang="en-US" dirty="0"/>
          </a:p>
        </p:txBody>
      </p:sp>
      <p:sp>
        <p:nvSpPr>
          <p:cNvPr id="6" name="Content Placeholder 5">
            <a:extLst>
              <a:ext uri="{FF2B5EF4-FFF2-40B4-BE49-F238E27FC236}">
                <a16:creationId xmlns:a16="http://schemas.microsoft.com/office/drawing/2014/main" id="{E8554462-D928-C940-9524-C0827B793168}"/>
              </a:ext>
            </a:extLst>
          </p:cNvPr>
          <p:cNvSpPr>
            <a:spLocks noGrp="1"/>
          </p:cNvSpPr>
          <p:nvPr>
            <p:ph idx="13"/>
          </p:nvPr>
        </p:nvSpPr>
        <p:spPr/>
        <p:txBody>
          <a:bodyPr>
            <a:noAutofit/>
          </a:bodyPr>
          <a:lstStyle/>
          <a:p>
            <a:pPr marL="0" indent="0">
              <a:buNone/>
            </a:pPr>
            <a:r>
              <a:rPr lang="en-US" sz="2400" b="1" dirty="0"/>
              <a:t>Strengths:</a:t>
            </a:r>
            <a:endParaRPr lang="en-US" sz="2400" dirty="0"/>
          </a:p>
          <a:p>
            <a:pPr marL="0" indent="0">
              <a:buNone/>
            </a:pPr>
            <a:endParaRPr lang="en-US" sz="2400" dirty="0"/>
          </a:p>
          <a:p>
            <a:pPr marL="0" indent="0">
              <a:buNone/>
            </a:pPr>
            <a:endParaRPr lang="en-US" sz="2400" dirty="0"/>
          </a:p>
          <a:p>
            <a:pPr marL="0" indent="0">
              <a:buNone/>
            </a:pPr>
            <a:r>
              <a:rPr lang="en-US" sz="2400" b="1" dirty="0"/>
              <a:t>Weaknesses:</a:t>
            </a:r>
            <a:endParaRPr lang="en-US" sz="2400" dirty="0"/>
          </a:p>
          <a:p>
            <a:pPr marL="0" indent="0">
              <a:buNone/>
            </a:pPr>
            <a:endParaRPr lang="en-US" sz="2400" dirty="0"/>
          </a:p>
        </p:txBody>
      </p:sp>
      <p:pic>
        <p:nvPicPr>
          <p:cNvPr id="7170" name="Picture 2">
            <a:extLst>
              <a:ext uri="{FF2B5EF4-FFF2-40B4-BE49-F238E27FC236}">
                <a16:creationId xmlns:a16="http://schemas.microsoft.com/office/drawing/2014/main" id="{F937D217-58B3-76C2-48E4-A25F3492BB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813" y="241789"/>
            <a:ext cx="1209675" cy="1057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81087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616C6-8583-13E1-1F3B-21964C343EB6}"/>
              </a:ext>
            </a:extLst>
          </p:cNvPr>
          <p:cNvSpPr>
            <a:spLocks noGrp="1"/>
          </p:cNvSpPr>
          <p:nvPr>
            <p:ph type="title"/>
          </p:nvPr>
        </p:nvSpPr>
        <p:spPr/>
        <p:txBody>
          <a:bodyPr/>
          <a:lstStyle/>
          <a:p>
            <a:r>
              <a:rPr lang="en-US" dirty="0"/>
              <a:t>Enabling Virtual Work (EVW)</a:t>
            </a:r>
          </a:p>
        </p:txBody>
      </p:sp>
      <p:sp>
        <p:nvSpPr>
          <p:cNvPr id="3" name="Content Placeholder 2">
            <a:extLst>
              <a:ext uri="{FF2B5EF4-FFF2-40B4-BE49-F238E27FC236}">
                <a16:creationId xmlns:a16="http://schemas.microsoft.com/office/drawing/2014/main" id="{0F05D285-21D9-6AEE-D017-4B23C621C146}"/>
              </a:ext>
            </a:extLst>
          </p:cNvPr>
          <p:cNvSpPr>
            <a:spLocks noGrp="1"/>
          </p:cNvSpPr>
          <p:nvPr>
            <p:ph idx="1"/>
          </p:nvPr>
        </p:nvSpPr>
        <p:spPr/>
        <p:txBody>
          <a:bodyPr>
            <a:normAutofit/>
          </a:bodyPr>
          <a:lstStyle/>
          <a:p>
            <a:r>
              <a:rPr lang="en-US" sz="2200" b="1" dirty="0"/>
              <a:t>Intent</a:t>
            </a:r>
            <a:r>
              <a:rPr lang="en-US" sz="2200" dirty="0"/>
              <a:t>: Defines and manages an approach for effective virtual work and operations.</a:t>
            </a:r>
          </a:p>
          <a:p>
            <a:r>
              <a:rPr lang="en-US" sz="2200" b="1" dirty="0"/>
              <a:t>Value</a:t>
            </a:r>
            <a:r>
              <a:rPr lang="en-US" sz="2200" dirty="0"/>
              <a:t>: Maximizes delivery effectiveness and efficiency while reducing the impact and expense from travel and in-person activities.</a:t>
            </a:r>
          </a:p>
        </p:txBody>
      </p:sp>
      <p:sp>
        <p:nvSpPr>
          <p:cNvPr id="4" name="Content Placeholder 3">
            <a:extLst>
              <a:ext uri="{FF2B5EF4-FFF2-40B4-BE49-F238E27FC236}">
                <a16:creationId xmlns:a16="http://schemas.microsoft.com/office/drawing/2014/main" id="{5C2CE9C2-E984-F45B-1B6F-4FD6B4B977CF}"/>
              </a:ext>
            </a:extLst>
          </p:cNvPr>
          <p:cNvSpPr>
            <a:spLocks noGrp="1"/>
          </p:cNvSpPr>
          <p:nvPr>
            <p:ph idx="13"/>
          </p:nvPr>
        </p:nvSpPr>
        <p:spPr/>
        <p:txBody>
          <a:bodyPr/>
          <a:lstStyle/>
          <a:p>
            <a:r>
              <a:rPr lang="en-US" dirty="0"/>
              <a:t>Strengths: </a:t>
            </a:r>
          </a:p>
          <a:p>
            <a:endParaRPr lang="en-US" dirty="0"/>
          </a:p>
          <a:p>
            <a:endParaRPr lang="en-US" dirty="0"/>
          </a:p>
          <a:p>
            <a:r>
              <a:rPr lang="en-US" dirty="0"/>
              <a:t>Weaknesses: </a:t>
            </a:r>
          </a:p>
        </p:txBody>
      </p:sp>
      <p:pic>
        <p:nvPicPr>
          <p:cNvPr id="4098" name="Picture 2">
            <a:extLst>
              <a:ext uri="{FF2B5EF4-FFF2-40B4-BE49-F238E27FC236}">
                <a16:creationId xmlns:a16="http://schemas.microsoft.com/office/drawing/2014/main" id="{56A0F931-172E-D3F1-8118-AF1C313139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466" y="308038"/>
            <a:ext cx="1123950" cy="1057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3617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4C635E-FEFA-084F-A1B2-00A355DFF58D}"/>
              </a:ext>
            </a:extLst>
          </p:cNvPr>
          <p:cNvSpPr>
            <a:spLocks noGrp="1"/>
          </p:cNvSpPr>
          <p:nvPr>
            <p:ph type="title"/>
          </p:nvPr>
        </p:nvSpPr>
        <p:spPr/>
        <p:txBody>
          <a:bodyPr>
            <a:normAutofit/>
          </a:bodyPr>
          <a:lstStyle/>
          <a:p>
            <a:r>
              <a:rPr lang="en-US" dirty="0"/>
              <a:t>Estimating (EST)</a:t>
            </a:r>
          </a:p>
        </p:txBody>
      </p:sp>
      <p:sp>
        <p:nvSpPr>
          <p:cNvPr id="5" name="Content Placeholder 4">
            <a:extLst>
              <a:ext uri="{FF2B5EF4-FFF2-40B4-BE49-F238E27FC236}">
                <a16:creationId xmlns:a16="http://schemas.microsoft.com/office/drawing/2014/main" id="{F0D27AE0-E333-B84C-AA56-4473247CD36D}"/>
              </a:ext>
            </a:extLst>
          </p:cNvPr>
          <p:cNvSpPr>
            <a:spLocks noGrp="1"/>
          </p:cNvSpPr>
          <p:nvPr>
            <p:ph idx="4294967295"/>
          </p:nvPr>
        </p:nvSpPr>
        <p:spPr>
          <a:xfrm>
            <a:off x="466344" y="1463040"/>
            <a:ext cx="11265408" cy="1572768"/>
          </a:xfrm>
        </p:spPr>
        <p:txBody>
          <a:bodyPr>
            <a:normAutofit fontScale="92500"/>
          </a:bodyPr>
          <a:lstStyle/>
          <a:p>
            <a:r>
              <a:rPr lang="en-US" sz="2400" b="1" dirty="0"/>
              <a:t>Intent: </a:t>
            </a:r>
            <a:r>
              <a:rPr lang="en-US" sz="2400" dirty="0"/>
              <a:t>Estimates the size, effort, duration, and cost of the work and resources needed to develop, acquire, or deliver the solution.</a:t>
            </a:r>
          </a:p>
          <a:p>
            <a:r>
              <a:rPr lang="en-US" sz="2400" b="1" dirty="0"/>
              <a:t>Value:</a:t>
            </a:r>
            <a:r>
              <a:rPr lang="en-US" sz="2400" dirty="0"/>
              <a:t> Provides a basis for making commitments, planning, and reducing uncertainty, which allows for early corrective actions and increases the likelihood of meeting objectives.</a:t>
            </a:r>
          </a:p>
          <a:p>
            <a:endParaRPr lang="en-US" sz="2200" dirty="0"/>
          </a:p>
        </p:txBody>
      </p:sp>
      <p:sp>
        <p:nvSpPr>
          <p:cNvPr id="6" name="Content Placeholder 5">
            <a:extLst>
              <a:ext uri="{FF2B5EF4-FFF2-40B4-BE49-F238E27FC236}">
                <a16:creationId xmlns:a16="http://schemas.microsoft.com/office/drawing/2014/main" id="{FBF62CEB-EB6B-D444-A101-3A93F8EB97B3}"/>
              </a:ext>
            </a:extLst>
          </p:cNvPr>
          <p:cNvSpPr>
            <a:spLocks noGrp="1"/>
          </p:cNvSpPr>
          <p:nvPr>
            <p:ph idx="13"/>
          </p:nvPr>
        </p:nvSpPr>
        <p:spPr/>
        <p:txBody>
          <a:bodyPr>
            <a:noAutofit/>
          </a:bodyPr>
          <a:lstStyle/>
          <a:p>
            <a:pPr marL="0" indent="0">
              <a:buNone/>
            </a:pPr>
            <a:r>
              <a:rPr lang="en-US" sz="2400" b="1" dirty="0"/>
              <a:t>Strengths:</a:t>
            </a:r>
            <a:endParaRPr lang="en-US" sz="2400" dirty="0"/>
          </a:p>
          <a:p>
            <a:pPr marL="0" indent="0">
              <a:buNone/>
            </a:pPr>
            <a:endParaRPr lang="en-US" sz="2400" dirty="0"/>
          </a:p>
          <a:p>
            <a:pPr marL="0" indent="0">
              <a:buNone/>
            </a:pPr>
            <a:endParaRPr lang="en-US" sz="2400" dirty="0"/>
          </a:p>
          <a:p>
            <a:pPr marL="0" indent="0">
              <a:buNone/>
            </a:pPr>
            <a:r>
              <a:rPr lang="en-US" sz="2400" b="1" dirty="0"/>
              <a:t>Weaknesses:</a:t>
            </a:r>
            <a:endParaRPr lang="en-US" sz="2400" dirty="0"/>
          </a:p>
          <a:p>
            <a:pPr marL="0" indent="0">
              <a:buNone/>
            </a:pPr>
            <a:endParaRPr lang="en-US" sz="2400" dirty="0"/>
          </a:p>
        </p:txBody>
      </p:sp>
      <p:pic>
        <p:nvPicPr>
          <p:cNvPr id="7" name="Picture 6">
            <a:extLst>
              <a:ext uri="{FF2B5EF4-FFF2-40B4-BE49-F238E27FC236}">
                <a16:creationId xmlns:a16="http://schemas.microsoft.com/office/drawing/2014/main" id="{D564BB67-B6E2-EA42-8FD0-E0FE585544B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10704" y="329184"/>
            <a:ext cx="1381125" cy="1028700"/>
          </a:xfrm>
          <a:prstGeom prst="rect">
            <a:avLst/>
          </a:prstGeom>
        </p:spPr>
      </p:pic>
    </p:spTree>
    <p:extLst>
      <p:ext uri="{BB962C8B-B14F-4D97-AF65-F5344CB8AC3E}">
        <p14:creationId xmlns:p14="http://schemas.microsoft.com/office/powerpoint/2010/main" val="11131137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5370A8-0C29-9E4D-B098-2E01281B6260}"/>
              </a:ext>
            </a:extLst>
          </p:cNvPr>
          <p:cNvSpPr>
            <a:spLocks noGrp="1"/>
          </p:cNvSpPr>
          <p:nvPr>
            <p:ph type="title"/>
          </p:nvPr>
        </p:nvSpPr>
        <p:spPr/>
        <p:txBody>
          <a:bodyPr>
            <a:normAutofit/>
          </a:bodyPr>
          <a:lstStyle/>
          <a:p>
            <a:r>
              <a:rPr lang="en-US" dirty="0"/>
              <a:t>Governance (GOV)</a:t>
            </a:r>
          </a:p>
        </p:txBody>
      </p:sp>
      <p:sp>
        <p:nvSpPr>
          <p:cNvPr id="5" name="Content Placeholder 4">
            <a:extLst>
              <a:ext uri="{FF2B5EF4-FFF2-40B4-BE49-F238E27FC236}">
                <a16:creationId xmlns:a16="http://schemas.microsoft.com/office/drawing/2014/main" id="{C7447B46-1B43-2341-808A-5B2FCADE4031}"/>
              </a:ext>
            </a:extLst>
          </p:cNvPr>
          <p:cNvSpPr>
            <a:spLocks noGrp="1"/>
          </p:cNvSpPr>
          <p:nvPr>
            <p:ph idx="4294967295"/>
          </p:nvPr>
        </p:nvSpPr>
        <p:spPr>
          <a:xfrm>
            <a:off x="466344" y="1463040"/>
            <a:ext cx="11265408" cy="1572768"/>
          </a:xfrm>
        </p:spPr>
        <p:txBody>
          <a:bodyPr>
            <a:noAutofit/>
          </a:bodyPr>
          <a:lstStyle/>
          <a:p>
            <a:r>
              <a:rPr lang="en-US" sz="2200" b="1" dirty="0"/>
              <a:t>Intent: </a:t>
            </a:r>
            <a:r>
              <a:rPr lang="en-US" sz="2200" dirty="0"/>
              <a:t>Provides guidance to senior management on their role in the sponsorship and governance of performance, processes, and related activities.</a:t>
            </a:r>
          </a:p>
          <a:p>
            <a:r>
              <a:rPr lang="en-US" sz="2200" b="1" dirty="0"/>
              <a:t>Value:</a:t>
            </a:r>
            <a:r>
              <a:rPr lang="en-US" sz="2200" dirty="0"/>
              <a:t> Minimizes the cost of process implementation, increases the likelihood of meeting objectives, and verifies that the implemented processes support and contribute to the success of the business.</a:t>
            </a:r>
          </a:p>
          <a:p>
            <a:endParaRPr lang="en-US" sz="2200" dirty="0"/>
          </a:p>
        </p:txBody>
      </p:sp>
      <p:sp>
        <p:nvSpPr>
          <p:cNvPr id="6" name="Content Placeholder 5">
            <a:extLst>
              <a:ext uri="{FF2B5EF4-FFF2-40B4-BE49-F238E27FC236}">
                <a16:creationId xmlns:a16="http://schemas.microsoft.com/office/drawing/2014/main" id="{9C2673FC-F315-F645-8EF6-211210521CA0}"/>
              </a:ext>
            </a:extLst>
          </p:cNvPr>
          <p:cNvSpPr>
            <a:spLocks noGrp="1"/>
          </p:cNvSpPr>
          <p:nvPr>
            <p:ph idx="13"/>
          </p:nvPr>
        </p:nvSpPr>
        <p:spPr>
          <a:xfrm>
            <a:off x="466344" y="3133520"/>
            <a:ext cx="11265408" cy="3097485"/>
          </a:xfrm>
        </p:spPr>
        <p:txBody>
          <a:bodyPr>
            <a:normAutofit/>
          </a:bodyPr>
          <a:lstStyle/>
          <a:p>
            <a:r>
              <a:rPr lang="en-US" dirty="0"/>
              <a:t>Strengths:</a:t>
            </a:r>
          </a:p>
          <a:p>
            <a:endParaRPr lang="en-US" dirty="0"/>
          </a:p>
          <a:p>
            <a:endParaRPr lang="en-US" dirty="0"/>
          </a:p>
          <a:p>
            <a:r>
              <a:rPr lang="en-US" dirty="0"/>
              <a:t>Weaknesses:</a:t>
            </a:r>
          </a:p>
        </p:txBody>
      </p:sp>
      <p:pic>
        <p:nvPicPr>
          <p:cNvPr id="7" name="Content Placeholder 3">
            <a:extLst>
              <a:ext uri="{FF2B5EF4-FFF2-40B4-BE49-F238E27FC236}">
                <a16:creationId xmlns:a16="http://schemas.microsoft.com/office/drawing/2014/main" id="{9F514497-C5FD-2445-A499-822C31FAC24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228600"/>
            <a:ext cx="1207008" cy="1207008"/>
          </a:xfrm>
          <a:prstGeom prst="rect">
            <a:avLst/>
          </a:prstGeom>
        </p:spPr>
      </p:pic>
    </p:spTree>
    <p:extLst>
      <p:ext uri="{BB962C8B-B14F-4D97-AF65-F5344CB8AC3E}">
        <p14:creationId xmlns:p14="http://schemas.microsoft.com/office/powerpoint/2010/main" val="1379169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D54334-0661-6B43-ACF5-D1240A3D0322}"/>
              </a:ext>
            </a:extLst>
          </p:cNvPr>
          <p:cNvSpPr>
            <a:spLocks noGrp="1"/>
          </p:cNvSpPr>
          <p:nvPr>
            <p:ph type="title"/>
          </p:nvPr>
        </p:nvSpPr>
        <p:spPr/>
        <p:txBody>
          <a:bodyPr/>
          <a:lstStyle/>
          <a:p>
            <a:r>
              <a:rPr lang="en-US" dirty="0"/>
              <a:t>Implementation Infrastructure (II)</a:t>
            </a:r>
          </a:p>
        </p:txBody>
      </p:sp>
      <p:sp>
        <p:nvSpPr>
          <p:cNvPr id="6" name="Content Placeholder 5">
            <a:extLst>
              <a:ext uri="{FF2B5EF4-FFF2-40B4-BE49-F238E27FC236}">
                <a16:creationId xmlns:a16="http://schemas.microsoft.com/office/drawing/2014/main" id="{83699948-9A70-5046-86B9-876F82D45D0C}"/>
              </a:ext>
            </a:extLst>
          </p:cNvPr>
          <p:cNvSpPr>
            <a:spLocks noGrp="1"/>
          </p:cNvSpPr>
          <p:nvPr>
            <p:ph idx="4294967295"/>
          </p:nvPr>
        </p:nvSpPr>
        <p:spPr>
          <a:xfrm>
            <a:off x="466344" y="1463040"/>
            <a:ext cx="11265408" cy="1572768"/>
          </a:xfrm>
        </p:spPr>
        <p:txBody>
          <a:bodyPr>
            <a:normAutofit/>
          </a:bodyPr>
          <a:lstStyle/>
          <a:p>
            <a:r>
              <a:rPr lang="en-US" sz="2200" b="1" dirty="0"/>
              <a:t>Intent: </a:t>
            </a:r>
            <a:r>
              <a:rPr lang="en-US" sz="2200" b="0" i="0" dirty="0">
                <a:effectLst/>
              </a:rPr>
              <a:t>Ensures that the processes and assets important to an organization’s performance are habitually and persistently followed, used, and improved.</a:t>
            </a:r>
          </a:p>
          <a:p>
            <a:r>
              <a:rPr lang="en-US" sz="2200" b="1" dirty="0"/>
              <a:t>Value:</a:t>
            </a:r>
            <a:r>
              <a:rPr lang="en-US" sz="2200" dirty="0"/>
              <a:t> Sustains the ability to consistently achieve goals and objectives efficiently and effectively.</a:t>
            </a:r>
          </a:p>
          <a:p>
            <a:endParaRPr lang="en-US" dirty="0"/>
          </a:p>
        </p:txBody>
      </p:sp>
      <p:sp>
        <p:nvSpPr>
          <p:cNvPr id="7" name="Content Placeholder 6">
            <a:extLst>
              <a:ext uri="{FF2B5EF4-FFF2-40B4-BE49-F238E27FC236}">
                <a16:creationId xmlns:a16="http://schemas.microsoft.com/office/drawing/2014/main" id="{2229FF2D-70C9-A34D-A424-88DC5BD1C7D3}"/>
              </a:ext>
            </a:extLst>
          </p:cNvPr>
          <p:cNvSpPr>
            <a:spLocks noGrp="1"/>
          </p:cNvSpPr>
          <p:nvPr>
            <p:ph idx="13"/>
          </p:nvPr>
        </p:nvSpPr>
        <p:spPr/>
        <p:txBody>
          <a:bodyPr>
            <a:normAutofit/>
          </a:bodyPr>
          <a:lstStyle/>
          <a:p>
            <a:r>
              <a:rPr lang="en-US" dirty="0"/>
              <a:t>Strengths:</a:t>
            </a:r>
          </a:p>
          <a:p>
            <a:endParaRPr lang="en-US" dirty="0"/>
          </a:p>
          <a:p>
            <a:endParaRPr lang="en-US" dirty="0"/>
          </a:p>
          <a:p>
            <a:r>
              <a:rPr lang="en-US" dirty="0"/>
              <a:t>Weaknesses:</a:t>
            </a:r>
          </a:p>
          <a:p>
            <a:endParaRPr lang="en-US" dirty="0"/>
          </a:p>
        </p:txBody>
      </p:sp>
      <p:pic>
        <p:nvPicPr>
          <p:cNvPr id="8" name="Picture 7">
            <a:extLst>
              <a:ext uri="{FF2B5EF4-FFF2-40B4-BE49-F238E27FC236}">
                <a16:creationId xmlns:a16="http://schemas.microsoft.com/office/drawing/2014/main" id="{9EC4B8E7-E430-0B48-A30F-0DC56283ECC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228600"/>
            <a:ext cx="1215390" cy="1207008"/>
          </a:xfrm>
          <a:prstGeom prst="rect">
            <a:avLst/>
          </a:prstGeom>
        </p:spPr>
      </p:pic>
    </p:spTree>
    <p:extLst>
      <p:ext uri="{BB962C8B-B14F-4D97-AF65-F5344CB8AC3E}">
        <p14:creationId xmlns:p14="http://schemas.microsoft.com/office/powerpoint/2010/main" val="6991193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9896" y="347472"/>
            <a:ext cx="1136276" cy="990599"/>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solidFill>
                  <a:srgbClr val="1E2C5B"/>
                </a:solidFill>
              </a:rPr>
              <a:t>Incident Resolution and Prevention (IRP)</a:t>
            </a: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6344" y="1463040"/>
            <a:ext cx="11265408" cy="1134670"/>
          </a:xfrm>
          <a:prstGeom prst="rect">
            <a:avLst/>
          </a:prstGeom>
          <a:noFill/>
        </p:spPr>
        <p:txBody>
          <a:bodyPr wrap="square" rtlCol="0">
            <a:spAutoFit/>
          </a:bodyPr>
          <a:lstStyle/>
          <a:p>
            <a:r>
              <a:rPr lang="en-US" sz="2200" b="1" dirty="0"/>
              <a:t>Intent: </a:t>
            </a:r>
            <a:r>
              <a:rPr lang="en-US" sz="2200" dirty="0"/>
              <a:t>Resolves and prevents disruptions promptly to sustain service delivery levels.</a:t>
            </a:r>
          </a:p>
          <a:p>
            <a:r>
              <a:rPr lang="en-US" sz="2200" b="1" dirty="0"/>
              <a:t>Value: </a:t>
            </a:r>
            <a:r>
              <a:rPr lang="en-US" sz="2200" dirty="0"/>
              <a:t>Minimizes the impact of disruptions to meet objectives and customer commitments more effectively.</a:t>
            </a:r>
          </a:p>
        </p:txBody>
      </p:sp>
      <p:sp>
        <p:nvSpPr>
          <p:cNvPr id="10" name="Content Placeholder 9">
            <a:extLst>
              <a:ext uri="{FF2B5EF4-FFF2-40B4-BE49-F238E27FC236}">
                <a16:creationId xmlns:a16="http://schemas.microsoft.com/office/drawing/2014/main" id="{EE7CC6EC-0801-EC45-BE62-C457A7F7AB7E}"/>
              </a:ext>
            </a:extLst>
          </p:cNvPr>
          <p:cNvSpPr txBox="1">
            <a:spLocks noGrp="1"/>
          </p:cNvSpPr>
          <p:nvPr>
            <p:ph idx="13"/>
          </p:nvPr>
        </p:nvSpPr>
        <p:spPr>
          <a:xfrm>
            <a:off x="466344" y="2990088"/>
            <a:ext cx="11265408" cy="2267287"/>
          </a:xfrm>
          <a:prstGeom prst="rect">
            <a:avLst/>
          </a:prstGeom>
          <a:noFill/>
        </p:spPr>
        <p:txBody>
          <a:bodyPr wrap="square" rtlCol="0">
            <a:spAutoFit/>
          </a:bodyPr>
          <a:lstStyle/>
          <a:p>
            <a:r>
              <a:rPr lang="en-US" sz="2400" b="1" dirty="0"/>
              <a:t>Strengths:</a:t>
            </a:r>
            <a:endParaRPr lang="en-US" sz="2400" dirty="0"/>
          </a:p>
          <a:p>
            <a:endParaRPr lang="en-US" sz="2400" dirty="0"/>
          </a:p>
          <a:p>
            <a:endParaRPr lang="en-US" sz="2400" dirty="0"/>
          </a:p>
          <a:p>
            <a:r>
              <a:rPr lang="en-US" sz="2400" b="1" dirty="0"/>
              <a:t>Weaknesses:</a:t>
            </a:r>
            <a:endParaRPr lang="en-US" sz="2400" dirty="0"/>
          </a:p>
          <a:p>
            <a:endParaRPr lang="en-US" sz="2400" dirty="0"/>
          </a:p>
        </p:txBody>
      </p:sp>
    </p:spTree>
    <p:extLst>
      <p:ext uri="{BB962C8B-B14F-4D97-AF65-F5344CB8AC3E}">
        <p14:creationId xmlns:p14="http://schemas.microsoft.com/office/powerpoint/2010/main" val="22081083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5CC2A72-19E4-0A4B-96A6-1BFF41A35E52}"/>
              </a:ext>
            </a:extLst>
          </p:cNvPr>
          <p:cNvSpPr>
            <a:spLocks noGrp="1"/>
          </p:cNvSpPr>
          <p:nvPr>
            <p:ph type="title"/>
          </p:nvPr>
        </p:nvSpPr>
        <p:spPr/>
        <p:txBody>
          <a:bodyPr>
            <a:normAutofit/>
          </a:bodyPr>
          <a:lstStyle/>
          <a:p>
            <a:r>
              <a:rPr lang="en-US" dirty="0"/>
              <a:t>Managing Performance and Measurement (MPM)</a:t>
            </a:r>
          </a:p>
        </p:txBody>
      </p:sp>
      <p:sp>
        <p:nvSpPr>
          <p:cNvPr id="8" name="Content Placeholder 7">
            <a:extLst>
              <a:ext uri="{FF2B5EF4-FFF2-40B4-BE49-F238E27FC236}">
                <a16:creationId xmlns:a16="http://schemas.microsoft.com/office/drawing/2014/main" id="{4767CEC1-C8A2-B943-AAEE-448B8B0B175B}"/>
              </a:ext>
            </a:extLst>
          </p:cNvPr>
          <p:cNvSpPr>
            <a:spLocks noGrp="1"/>
          </p:cNvSpPr>
          <p:nvPr>
            <p:ph idx="4294967295"/>
          </p:nvPr>
        </p:nvSpPr>
        <p:spPr>
          <a:xfrm>
            <a:off x="466344" y="1463040"/>
            <a:ext cx="11265408" cy="1572768"/>
          </a:xfrm>
        </p:spPr>
        <p:txBody>
          <a:bodyPr>
            <a:normAutofit/>
          </a:bodyPr>
          <a:lstStyle/>
          <a:p>
            <a:r>
              <a:rPr lang="en-US" sz="2200" b="1" dirty="0"/>
              <a:t>Intent: </a:t>
            </a:r>
            <a:r>
              <a:rPr lang="en-US" sz="2200" dirty="0"/>
              <a:t>Manages performance using measurement and analysis to achieve business objectives.</a:t>
            </a:r>
          </a:p>
          <a:p>
            <a:r>
              <a:rPr lang="en-US" sz="2200" b="1" dirty="0"/>
              <a:t>Value:</a:t>
            </a:r>
            <a:r>
              <a:rPr lang="en-US" sz="2200" dirty="0"/>
              <a:t> Maximizes business return on investment by focusing management and improvement efforts on cost, schedule, and quality performance.</a:t>
            </a:r>
          </a:p>
          <a:p>
            <a:endParaRPr lang="en-US" dirty="0"/>
          </a:p>
        </p:txBody>
      </p:sp>
      <p:sp>
        <p:nvSpPr>
          <p:cNvPr id="9" name="Content Placeholder 8">
            <a:extLst>
              <a:ext uri="{FF2B5EF4-FFF2-40B4-BE49-F238E27FC236}">
                <a16:creationId xmlns:a16="http://schemas.microsoft.com/office/drawing/2014/main" id="{63279EB5-ECB2-514D-81BE-320B00964CAA}"/>
              </a:ext>
            </a:extLst>
          </p:cNvPr>
          <p:cNvSpPr>
            <a:spLocks noGrp="1"/>
          </p:cNvSpPr>
          <p:nvPr>
            <p:ph idx="13"/>
          </p:nvPr>
        </p:nvSpPr>
        <p:spPr/>
        <p:txBody>
          <a:bodyPr>
            <a:normAutofit/>
          </a:bodyPr>
          <a:lstStyle/>
          <a:p>
            <a:r>
              <a:rPr lang="en-US" dirty="0"/>
              <a:t>Strengths:</a:t>
            </a:r>
          </a:p>
          <a:p>
            <a:endParaRPr lang="en-US" dirty="0"/>
          </a:p>
          <a:p>
            <a:endParaRPr lang="en-US" dirty="0"/>
          </a:p>
          <a:p>
            <a:r>
              <a:rPr lang="en-US" dirty="0"/>
              <a:t>Weaknesses:</a:t>
            </a:r>
          </a:p>
          <a:p>
            <a:endParaRPr lang="en-US" dirty="0"/>
          </a:p>
        </p:txBody>
      </p:sp>
      <p:pic>
        <p:nvPicPr>
          <p:cNvPr id="10" name="Picture 9">
            <a:extLst>
              <a:ext uri="{FF2B5EF4-FFF2-40B4-BE49-F238E27FC236}">
                <a16:creationId xmlns:a16="http://schemas.microsoft.com/office/drawing/2014/main" id="{1D917CA8-C953-3D41-BB4D-AE90DA4944B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10704" y="310896"/>
            <a:ext cx="1352550" cy="1028700"/>
          </a:xfrm>
          <a:prstGeom prst="rect">
            <a:avLst/>
          </a:prstGeom>
        </p:spPr>
      </p:pic>
    </p:spTree>
    <p:extLst>
      <p:ext uri="{BB962C8B-B14F-4D97-AF65-F5344CB8AC3E}">
        <p14:creationId xmlns:p14="http://schemas.microsoft.com/office/powerpoint/2010/main" val="15782735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5CC2A72-19E4-0A4B-96A6-1BFF41A35E52}"/>
              </a:ext>
            </a:extLst>
          </p:cNvPr>
          <p:cNvSpPr>
            <a:spLocks noGrp="1"/>
          </p:cNvSpPr>
          <p:nvPr>
            <p:ph type="title"/>
          </p:nvPr>
        </p:nvSpPr>
        <p:spPr/>
        <p:txBody>
          <a:bodyPr>
            <a:normAutofit/>
          </a:bodyPr>
          <a:lstStyle/>
          <a:p>
            <a:r>
              <a:rPr lang="en-US" dirty="0"/>
              <a:t>Managing Security Threats and Vulnerabilities (MST)</a:t>
            </a:r>
          </a:p>
        </p:txBody>
      </p:sp>
      <p:sp>
        <p:nvSpPr>
          <p:cNvPr id="8" name="Content Placeholder 7">
            <a:extLst>
              <a:ext uri="{FF2B5EF4-FFF2-40B4-BE49-F238E27FC236}">
                <a16:creationId xmlns:a16="http://schemas.microsoft.com/office/drawing/2014/main" id="{4767CEC1-C8A2-B943-AAEE-448B8B0B175B}"/>
              </a:ext>
            </a:extLst>
          </p:cNvPr>
          <p:cNvSpPr>
            <a:spLocks noGrp="1"/>
          </p:cNvSpPr>
          <p:nvPr>
            <p:ph idx="4294967295"/>
          </p:nvPr>
        </p:nvSpPr>
        <p:spPr>
          <a:xfrm>
            <a:off x="466344" y="1463040"/>
            <a:ext cx="11265408" cy="1572768"/>
          </a:xfrm>
        </p:spPr>
        <p:txBody>
          <a:bodyPr>
            <a:normAutofit fontScale="92500" lnSpcReduction="20000"/>
          </a:bodyPr>
          <a:lstStyle/>
          <a:p>
            <a:pPr marR="0">
              <a:spcAft>
                <a:spcPts val="600"/>
              </a:spcAft>
            </a:pPr>
            <a:r>
              <a:rPr lang="en-US" sz="2400" b="1" dirty="0"/>
              <a:t>Intent</a:t>
            </a:r>
            <a:r>
              <a:rPr lang="en-US" sz="2400" dirty="0"/>
              <a:t>: Identifies the security threats and vulnerabilities that could compromise the organization or solution, analyzes the potential impacts, and defines and takes actions to address and mitigate them.</a:t>
            </a:r>
          </a:p>
          <a:p>
            <a:pPr marR="0">
              <a:spcAft>
                <a:spcPts val="600"/>
              </a:spcAft>
            </a:pPr>
            <a:r>
              <a:rPr lang="en-US" sz="2400" b="1" dirty="0"/>
              <a:t>Value</a:t>
            </a:r>
            <a:r>
              <a:rPr lang="en-US" sz="2400" dirty="0"/>
              <a:t>: Increases an organization’s capability and resilience to identify, mitigate, and recover from threats and vulnerabilities.</a:t>
            </a:r>
          </a:p>
          <a:p>
            <a:endParaRPr lang="en-US" dirty="0"/>
          </a:p>
        </p:txBody>
      </p:sp>
      <p:sp>
        <p:nvSpPr>
          <p:cNvPr id="9" name="Content Placeholder 8">
            <a:extLst>
              <a:ext uri="{FF2B5EF4-FFF2-40B4-BE49-F238E27FC236}">
                <a16:creationId xmlns:a16="http://schemas.microsoft.com/office/drawing/2014/main" id="{63279EB5-ECB2-514D-81BE-320B00964CAA}"/>
              </a:ext>
            </a:extLst>
          </p:cNvPr>
          <p:cNvSpPr>
            <a:spLocks noGrp="1"/>
          </p:cNvSpPr>
          <p:nvPr>
            <p:ph idx="13"/>
          </p:nvPr>
        </p:nvSpPr>
        <p:spPr/>
        <p:txBody>
          <a:bodyPr>
            <a:normAutofit/>
          </a:bodyPr>
          <a:lstStyle/>
          <a:p>
            <a:r>
              <a:rPr lang="en-US" dirty="0"/>
              <a:t>Strengths:</a:t>
            </a:r>
          </a:p>
          <a:p>
            <a:endParaRPr lang="en-US" dirty="0"/>
          </a:p>
          <a:p>
            <a:endParaRPr lang="en-US" dirty="0"/>
          </a:p>
          <a:p>
            <a:r>
              <a:rPr lang="en-US" dirty="0"/>
              <a:t>Weaknesses:</a:t>
            </a:r>
          </a:p>
          <a:p>
            <a:endParaRPr lang="en-US" dirty="0"/>
          </a:p>
        </p:txBody>
      </p:sp>
      <p:pic>
        <p:nvPicPr>
          <p:cNvPr id="6146" name="Picture 2">
            <a:extLst>
              <a:ext uri="{FF2B5EF4-FFF2-40B4-BE49-F238E27FC236}">
                <a16:creationId xmlns:a16="http://schemas.microsoft.com/office/drawing/2014/main" id="{A146CE2B-CC7B-F5B1-EFDC-3DEEA6F55A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813" y="308038"/>
            <a:ext cx="1209675" cy="1057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78069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5C0589-D524-8C48-B3B9-B5BA8350A22C}"/>
              </a:ext>
            </a:extLst>
          </p:cNvPr>
          <p:cNvSpPr>
            <a:spLocks noGrp="1"/>
          </p:cNvSpPr>
          <p:nvPr>
            <p:ph type="title"/>
          </p:nvPr>
        </p:nvSpPr>
        <p:spPr/>
        <p:txBody>
          <a:bodyPr>
            <a:normAutofit/>
          </a:bodyPr>
          <a:lstStyle/>
          <a:p>
            <a:r>
              <a:rPr lang="en-US" dirty="0"/>
              <a:t>Monitor and Control (MC)</a:t>
            </a:r>
          </a:p>
        </p:txBody>
      </p:sp>
      <p:sp>
        <p:nvSpPr>
          <p:cNvPr id="5" name="Content Placeholder 4">
            <a:extLst>
              <a:ext uri="{FF2B5EF4-FFF2-40B4-BE49-F238E27FC236}">
                <a16:creationId xmlns:a16="http://schemas.microsoft.com/office/drawing/2014/main" id="{CB786E03-BE8A-F746-8A22-456740951822}"/>
              </a:ext>
            </a:extLst>
          </p:cNvPr>
          <p:cNvSpPr>
            <a:spLocks noGrp="1"/>
          </p:cNvSpPr>
          <p:nvPr>
            <p:ph idx="4294967295"/>
          </p:nvPr>
        </p:nvSpPr>
        <p:spPr>
          <a:xfrm>
            <a:off x="466344" y="1463040"/>
            <a:ext cx="11265408" cy="1572768"/>
          </a:xfrm>
        </p:spPr>
        <p:txBody>
          <a:bodyPr>
            <a:normAutofit/>
          </a:bodyPr>
          <a:lstStyle/>
          <a:p>
            <a:r>
              <a:rPr lang="en-US" sz="2200" b="1" dirty="0"/>
              <a:t>Intent: </a:t>
            </a:r>
            <a:r>
              <a:rPr lang="en-US" sz="2200" dirty="0"/>
              <a:t>Provides an understanding of the project progress so appropriate corrective actions can be taken when performance deviates significantly from plans.</a:t>
            </a:r>
          </a:p>
          <a:p>
            <a:r>
              <a:rPr lang="en-US" sz="2200" b="1" dirty="0"/>
              <a:t>Value:</a:t>
            </a:r>
            <a:r>
              <a:rPr lang="en-US" sz="2200" dirty="0"/>
              <a:t> Increases the probability of meeting objectives by taking early actions to adjust for significant performance deviations.</a:t>
            </a:r>
          </a:p>
        </p:txBody>
      </p:sp>
      <p:sp>
        <p:nvSpPr>
          <p:cNvPr id="6" name="Content Placeholder 5">
            <a:extLst>
              <a:ext uri="{FF2B5EF4-FFF2-40B4-BE49-F238E27FC236}">
                <a16:creationId xmlns:a16="http://schemas.microsoft.com/office/drawing/2014/main" id="{7C296FF8-E60A-F943-9AEF-133A70FE7CC2}"/>
              </a:ext>
            </a:extLst>
          </p:cNvPr>
          <p:cNvSpPr>
            <a:spLocks noGrp="1"/>
          </p:cNvSpPr>
          <p:nvPr>
            <p:ph idx="13"/>
          </p:nvPr>
        </p:nvSpPr>
        <p:spPr/>
        <p:txBody>
          <a:bodyPr>
            <a:normAutofit/>
          </a:bodyPr>
          <a:lstStyle/>
          <a:p>
            <a:r>
              <a:rPr lang="en-US" dirty="0"/>
              <a:t>Strengths:</a:t>
            </a:r>
          </a:p>
          <a:p>
            <a:endParaRPr lang="en-US" dirty="0"/>
          </a:p>
          <a:p>
            <a:endParaRPr lang="en-US" dirty="0"/>
          </a:p>
          <a:p>
            <a:r>
              <a:rPr lang="en-US" dirty="0"/>
              <a:t>Weaknesses:</a:t>
            </a:r>
          </a:p>
          <a:p>
            <a:endParaRPr lang="en-US" dirty="0"/>
          </a:p>
        </p:txBody>
      </p:sp>
      <p:pic>
        <p:nvPicPr>
          <p:cNvPr id="7" name="Picture 6">
            <a:extLst>
              <a:ext uri="{FF2B5EF4-FFF2-40B4-BE49-F238E27FC236}">
                <a16:creationId xmlns:a16="http://schemas.microsoft.com/office/drawing/2014/main" id="{6B859F02-E316-0F49-87DC-CBED75413445}"/>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10896" y="329184"/>
            <a:ext cx="1381125" cy="1028700"/>
          </a:xfrm>
          <a:prstGeom prst="rect">
            <a:avLst/>
          </a:prstGeom>
        </p:spPr>
      </p:pic>
    </p:spTree>
    <p:extLst>
      <p:ext uri="{BB962C8B-B14F-4D97-AF65-F5344CB8AC3E}">
        <p14:creationId xmlns:p14="http://schemas.microsoft.com/office/powerpoint/2010/main" val="29469110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C4BC60-EF81-EB4C-A665-87F237A1A07B}"/>
              </a:ext>
            </a:extLst>
          </p:cNvPr>
          <p:cNvSpPr>
            <a:spLocks noGrp="1"/>
          </p:cNvSpPr>
          <p:nvPr>
            <p:ph type="title"/>
          </p:nvPr>
        </p:nvSpPr>
        <p:spPr/>
        <p:txBody>
          <a:bodyPr>
            <a:normAutofit/>
          </a:bodyPr>
          <a:lstStyle/>
          <a:p>
            <a:r>
              <a:rPr lang="en-US" dirty="0"/>
              <a:t>Organizational Training (OT)</a:t>
            </a:r>
          </a:p>
        </p:txBody>
      </p:sp>
      <p:sp>
        <p:nvSpPr>
          <p:cNvPr id="5" name="Content Placeholder 4">
            <a:extLst>
              <a:ext uri="{FF2B5EF4-FFF2-40B4-BE49-F238E27FC236}">
                <a16:creationId xmlns:a16="http://schemas.microsoft.com/office/drawing/2014/main" id="{D45684F9-A7D1-9546-96B3-5A91CC5E5FE2}"/>
              </a:ext>
            </a:extLst>
          </p:cNvPr>
          <p:cNvSpPr>
            <a:spLocks noGrp="1"/>
          </p:cNvSpPr>
          <p:nvPr>
            <p:ph idx="4294967295"/>
          </p:nvPr>
        </p:nvSpPr>
        <p:spPr>
          <a:xfrm>
            <a:off x="466344" y="1463040"/>
            <a:ext cx="11265408" cy="1572768"/>
          </a:xfrm>
        </p:spPr>
        <p:txBody>
          <a:bodyPr>
            <a:normAutofit/>
          </a:bodyPr>
          <a:lstStyle/>
          <a:p>
            <a:r>
              <a:rPr lang="en-US" sz="2200" b="1" dirty="0"/>
              <a:t>Intent: </a:t>
            </a:r>
            <a:r>
              <a:rPr lang="en-US" sz="2200" dirty="0"/>
              <a:t>Develops the skills and knowledge of personnel so they perform their roles efficiently and effectively.</a:t>
            </a:r>
          </a:p>
          <a:p>
            <a:r>
              <a:rPr lang="en-US" sz="2200" b="1" dirty="0"/>
              <a:t>Value:</a:t>
            </a:r>
            <a:r>
              <a:rPr lang="en-US" sz="2200" dirty="0"/>
              <a:t> Enhances individuals’ skills and knowledge to improve organizational work performance.</a:t>
            </a:r>
          </a:p>
        </p:txBody>
      </p:sp>
      <p:sp>
        <p:nvSpPr>
          <p:cNvPr id="6" name="Content Placeholder 5">
            <a:extLst>
              <a:ext uri="{FF2B5EF4-FFF2-40B4-BE49-F238E27FC236}">
                <a16:creationId xmlns:a16="http://schemas.microsoft.com/office/drawing/2014/main" id="{94AD9C52-82B3-1242-85E6-0757B38F4F87}"/>
              </a:ext>
            </a:extLst>
          </p:cNvPr>
          <p:cNvSpPr>
            <a:spLocks noGrp="1"/>
          </p:cNvSpPr>
          <p:nvPr>
            <p:ph idx="13"/>
          </p:nvPr>
        </p:nvSpPr>
        <p:spPr/>
        <p:txBody>
          <a:bodyPr>
            <a:normAutofit/>
          </a:bodyPr>
          <a:lstStyle/>
          <a:p>
            <a:r>
              <a:rPr lang="en-US" dirty="0"/>
              <a:t>Strengths:</a:t>
            </a:r>
          </a:p>
          <a:p>
            <a:endParaRPr lang="en-US" dirty="0"/>
          </a:p>
          <a:p>
            <a:endParaRPr lang="en-US" dirty="0"/>
          </a:p>
          <a:p>
            <a:r>
              <a:rPr lang="en-US" dirty="0"/>
              <a:t>Weaknesses:</a:t>
            </a:r>
          </a:p>
          <a:p>
            <a:endParaRPr lang="en-US" dirty="0"/>
          </a:p>
        </p:txBody>
      </p:sp>
      <p:pic>
        <p:nvPicPr>
          <p:cNvPr id="7" name="Picture 6">
            <a:extLst>
              <a:ext uri="{FF2B5EF4-FFF2-40B4-BE49-F238E27FC236}">
                <a16:creationId xmlns:a16="http://schemas.microsoft.com/office/drawing/2014/main" id="{794B23BD-7F77-0348-8E21-4C5522D31448}"/>
              </a:ext>
            </a:extLst>
          </p:cNvPr>
          <p:cNvPicPr>
            <a:picLocks noChangeAspect="1"/>
          </p:cNvPicPr>
          <p:nvPr/>
        </p:nvPicPr>
        <p:blipFill>
          <a:blip r:embed="rId2"/>
          <a:srcRect/>
          <a:stretch/>
        </p:blipFill>
        <p:spPr>
          <a:xfrm>
            <a:off x="452415" y="237744"/>
            <a:ext cx="1131996" cy="1076325"/>
          </a:xfrm>
          <a:prstGeom prst="rect">
            <a:avLst/>
          </a:prstGeom>
        </p:spPr>
      </p:pic>
    </p:spTree>
    <p:extLst>
      <p:ext uri="{BB962C8B-B14F-4D97-AF65-F5344CB8AC3E}">
        <p14:creationId xmlns:p14="http://schemas.microsoft.com/office/powerpoint/2010/main" val="13962880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AE9ED4-B81C-E643-B0FB-82AA3CD0D245}"/>
              </a:ext>
            </a:extLst>
          </p:cNvPr>
          <p:cNvSpPr>
            <a:spLocks noGrp="1"/>
          </p:cNvSpPr>
          <p:nvPr>
            <p:ph type="title"/>
          </p:nvPr>
        </p:nvSpPr>
        <p:spPr/>
        <p:txBody>
          <a:bodyPr>
            <a:normAutofit/>
          </a:bodyPr>
          <a:lstStyle/>
          <a:p>
            <a:r>
              <a:rPr lang="en-US" dirty="0"/>
              <a:t>Peer Reviews (PR)</a:t>
            </a:r>
          </a:p>
        </p:txBody>
      </p:sp>
      <p:sp>
        <p:nvSpPr>
          <p:cNvPr id="6" name="Content Placeholder 5">
            <a:extLst>
              <a:ext uri="{FF2B5EF4-FFF2-40B4-BE49-F238E27FC236}">
                <a16:creationId xmlns:a16="http://schemas.microsoft.com/office/drawing/2014/main" id="{A73DBA89-1615-5D48-959E-6DDC9924763E}"/>
              </a:ext>
            </a:extLst>
          </p:cNvPr>
          <p:cNvSpPr>
            <a:spLocks noGrp="1"/>
          </p:cNvSpPr>
          <p:nvPr>
            <p:ph idx="13"/>
          </p:nvPr>
        </p:nvSpPr>
        <p:spPr/>
        <p:txBody>
          <a:bodyPr>
            <a:normAutofit/>
          </a:bodyPr>
          <a:lstStyle/>
          <a:p>
            <a:r>
              <a:rPr lang="en-US" dirty="0"/>
              <a:t>Strengths:</a:t>
            </a:r>
          </a:p>
          <a:p>
            <a:endParaRPr lang="en-US" dirty="0"/>
          </a:p>
          <a:p>
            <a:endParaRPr lang="en-US" dirty="0"/>
          </a:p>
          <a:p>
            <a:r>
              <a:rPr lang="en-US" dirty="0"/>
              <a:t>Weaknesses:</a:t>
            </a:r>
          </a:p>
          <a:p>
            <a:endParaRPr lang="en-US" dirty="0"/>
          </a:p>
        </p:txBody>
      </p:sp>
      <p:pic>
        <p:nvPicPr>
          <p:cNvPr id="7" name="Picture 6">
            <a:extLst>
              <a:ext uri="{FF2B5EF4-FFF2-40B4-BE49-F238E27FC236}">
                <a16:creationId xmlns:a16="http://schemas.microsoft.com/office/drawing/2014/main" id="{1A54BFAC-FF60-1E4C-8144-865105708491}"/>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66344" y="320040"/>
            <a:ext cx="1181100" cy="1019175"/>
          </a:xfrm>
          <a:prstGeom prst="rect">
            <a:avLst/>
          </a:prstGeom>
        </p:spPr>
      </p:pic>
      <p:sp>
        <p:nvSpPr>
          <p:cNvPr id="8" name="TextBox 7">
            <a:extLst>
              <a:ext uri="{FF2B5EF4-FFF2-40B4-BE49-F238E27FC236}">
                <a16:creationId xmlns:a16="http://schemas.microsoft.com/office/drawing/2014/main" id="{48A0ADB3-2913-A34C-998D-46F2649F32A7}"/>
              </a:ext>
            </a:extLst>
          </p:cNvPr>
          <p:cNvSpPr txBox="1"/>
          <p:nvPr/>
        </p:nvSpPr>
        <p:spPr>
          <a:xfrm>
            <a:off x="466344" y="1444752"/>
            <a:ext cx="11267175" cy="1224822"/>
          </a:xfrm>
          <a:prstGeom prst="rect">
            <a:avLst/>
          </a:prstGeom>
          <a:noFill/>
        </p:spPr>
        <p:txBody>
          <a:bodyPr wrap="square" rtlCol="0">
            <a:spAutoFit/>
          </a:bodyPr>
          <a:lstStyle/>
          <a:p>
            <a:pPr marL="342900" indent="-342900">
              <a:buFont typeface="Arial" panose="020B0604020202020204" pitchFamily="34" charset="0"/>
              <a:buChar char="•"/>
            </a:pPr>
            <a:r>
              <a:rPr lang="en-US" sz="2200" b="1" dirty="0"/>
              <a:t>Intent: </a:t>
            </a:r>
            <a:r>
              <a:rPr lang="en-US" sz="2200" dirty="0"/>
              <a:t>Identifies and addresses process performance and work product issues through reviews by the producer's peers or Subject Matter Experts (SMEs).</a:t>
            </a:r>
          </a:p>
          <a:p>
            <a:pPr marL="342900" indent="-342900">
              <a:lnSpc>
                <a:spcPct val="150000"/>
              </a:lnSpc>
              <a:buFont typeface="Arial" panose="020B0604020202020204" pitchFamily="34" charset="0"/>
              <a:buChar char="•"/>
            </a:pPr>
            <a:r>
              <a:rPr lang="en-US" sz="2200" b="1" dirty="0"/>
              <a:t>Value:</a:t>
            </a:r>
            <a:r>
              <a:rPr lang="en-US" sz="2200" dirty="0"/>
              <a:t> Reduces cost and rework by uncovering issues or defects early.</a:t>
            </a:r>
          </a:p>
        </p:txBody>
      </p:sp>
    </p:spTree>
    <p:extLst>
      <p:ext uri="{BB962C8B-B14F-4D97-AF65-F5344CB8AC3E}">
        <p14:creationId xmlns:p14="http://schemas.microsoft.com/office/powerpoint/2010/main" val="21809989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946A40-B0D3-7F42-92B3-A8F1BDFD813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10896" y="329184"/>
            <a:ext cx="1381125" cy="1028700"/>
          </a:xfrm>
          <a:prstGeom prst="rect">
            <a:avLst/>
          </a:prstGeom>
        </p:spPr>
      </p:pic>
      <p:sp>
        <p:nvSpPr>
          <p:cNvPr id="8" name="Content Placeholder 7">
            <a:extLst>
              <a:ext uri="{FF2B5EF4-FFF2-40B4-BE49-F238E27FC236}">
                <a16:creationId xmlns:a16="http://schemas.microsoft.com/office/drawing/2014/main" id="{71C8D03A-CCDD-7048-9C02-A3BDBB99A1B7}"/>
              </a:ext>
            </a:extLst>
          </p:cNvPr>
          <p:cNvSpPr txBox="1">
            <a:spLocks noGrp="1"/>
          </p:cNvSpPr>
          <p:nvPr>
            <p:ph idx="13"/>
          </p:nvPr>
        </p:nvSpPr>
        <p:spPr>
          <a:xfrm>
            <a:off x="466344" y="2990088"/>
            <a:ext cx="11265408" cy="2267287"/>
          </a:xfrm>
          <a:prstGeom prst="rect">
            <a:avLst/>
          </a:prstGeom>
          <a:noFill/>
        </p:spPr>
        <p:txBody>
          <a:bodyPr wrap="square" rtlCol="0">
            <a:spAutoFit/>
          </a:bodyPr>
          <a:lstStyle/>
          <a:p>
            <a:r>
              <a:rPr lang="en-US" sz="2400" b="1" dirty="0"/>
              <a:t>Strengths:</a:t>
            </a:r>
            <a:endParaRPr lang="en-US" sz="2400" dirty="0"/>
          </a:p>
          <a:p>
            <a:endParaRPr lang="en-US" sz="2400" dirty="0"/>
          </a:p>
          <a:p>
            <a:endParaRPr lang="en-US" sz="2400" dirty="0"/>
          </a:p>
          <a:p>
            <a:r>
              <a:rPr lang="en-US" sz="2400" b="1" dirty="0"/>
              <a:t>Weaknesses:</a:t>
            </a:r>
            <a:endParaRPr lang="en-US" sz="2400" dirty="0"/>
          </a:p>
          <a:p>
            <a:endParaRPr lang="en-US" sz="2400" dirty="0"/>
          </a:p>
        </p:txBody>
      </p:sp>
      <p:sp>
        <p:nvSpPr>
          <p:cNvPr id="9" name="Content Placeholder 8">
            <a:extLst>
              <a:ext uri="{FF2B5EF4-FFF2-40B4-BE49-F238E27FC236}">
                <a16:creationId xmlns:a16="http://schemas.microsoft.com/office/drawing/2014/main" id="{8EEFC331-18F4-8A46-A869-BA52963D8CE8}"/>
              </a:ext>
            </a:extLst>
          </p:cNvPr>
          <p:cNvSpPr txBox="1">
            <a:spLocks noGrp="1"/>
          </p:cNvSpPr>
          <p:nvPr>
            <p:ph idx="4294967295"/>
          </p:nvPr>
        </p:nvSpPr>
        <p:spPr>
          <a:xfrm>
            <a:off x="466344" y="1463040"/>
            <a:ext cx="11265408" cy="1439368"/>
          </a:xfrm>
          <a:prstGeom prst="rect">
            <a:avLst/>
          </a:prstGeom>
          <a:noFill/>
        </p:spPr>
        <p:txBody>
          <a:bodyPr wrap="square" rtlCol="0">
            <a:spAutoFit/>
          </a:bodyPr>
          <a:lstStyle/>
          <a:p>
            <a:r>
              <a:rPr lang="en-US" sz="2200" b="1" dirty="0"/>
              <a:t>Intent: </a:t>
            </a:r>
            <a:r>
              <a:rPr lang="en-US" sz="2200" dirty="0"/>
              <a:t>Develops plans to describe what is needed to accomplish the work within the standards and constraints of the organization.</a:t>
            </a:r>
            <a:r>
              <a:rPr lang="en-US" sz="2200" dirty="0">
                <a:effectLst/>
              </a:rPr>
              <a:t> </a:t>
            </a:r>
            <a:endParaRPr lang="en-US" sz="2200" dirty="0"/>
          </a:p>
          <a:p>
            <a:r>
              <a:rPr lang="en-US" sz="2200" b="1" dirty="0"/>
              <a:t>Value:</a:t>
            </a:r>
            <a:r>
              <a:rPr lang="en-US" sz="2200" dirty="0"/>
              <a:t> Optimizes cost, functionality, and quality to increase the likelihood of meeting objectives.</a:t>
            </a:r>
          </a:p>
        </p:txBody>
      </p:sp>
      <p:sp>
        <p:nvSpPr>
          <p:cNvPr id="10" name="Title 7">
            <a:extLst>
              <a:ext uri="{FF2B5EF4-FFF2-40B4-BE49-F238E27FC236}">
                <a16:creationId xmlns:a16="http://schemas.microsoft.com/office/drawing/2014/main" id="{3ADF6F91-5E76-4848-81D9-6C12BBE07647}"/>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solidFill>
                  <a:srgbClr val="1E2C5B"/>
                </a:solidFill>
              </a:rPr>
              <a:t>Planning (PLAN)</a:t>
            </a:r>
          </a:p>
        </p:txBody>
      </p:sp>
    </p:spTree>
    <p:extLst>
      <p:ext uri="{BB962C8B-B14F-4D97-AF65-F5344CB8AC3E}">
        <p14:creationId xmlns:p14="http://schemas.microsoft.com/office/powerpoint/2010/main" val="1409033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AE3B20-2D39-3C46-BD9A-23D957F99CA6}"/>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10896" y="310896"/>
            <a:ext cx="1352550" cy="1028700"/>
          </a:xfrm>
          <a:prstGeom prst="rect">
            <a:avLst/>
          </a:prstGeom>
        </p:spPr>
      </p:pic>
      <p:sp>
        <p:nvSpPr>
          <p:cNvPr id="8" name="Content Placeholder 7">
            <a:extLst>
              <a:ext uri="{FF2B5EF4-FFF2-40B4-BE49-F238E27FC236}">
                <a16:creationId xmlns:a16="http://schemas.microsoft.com/office/drawing/2014/main" id="{54E07329-876F-7B4D-A6D2-2FF5FF250E9A}"/>
              </a:ext>
            </a:extLst>
          </p:cNvPr>
          <p:cNvSpPr txBox="1">
            <a:spLocks noGrp="1"/>
          </p:cNvSpPr>
          <p:nvPr>
            <p:ph idx="13"/>
          </p:nvPr>
        </p:nvSpPr>
        <p:spPr>
          <a:xfrm>
            <a:off x="466344" y="2990088"/>
            <a:ext cx="11265408" cy="2267287"/>
          </a:xfrm>
          <a:prstGeom prst="rect">
            <a:avLst/>
          </a:prstGeom>
          <a:noFill/>
        </p:spPr>
        <p:txBody>
          <a:bodyPr wrap="square" rtlCol="0">
            <a:spAutoFit/>
          </a:bodyPr>
          <a:lstStyle/>
          <a:p>
            <a:r>
              <a:rPr lang="en-US" sz="2400" b="1" dirty="0"/>
              <a:t>Strengths:</a:t>
            </a:r>
            <a:endParaRPr lang="en-US" sz="2400" dirty="0"/>
          </a:p>
          <a:p>
            <a:endParaRPr lang="en-US" sz="2400" dirty="0"/>
          </a:p>
          <a:p>
            <a:endParaRPr lang="en-US" sz="2400" dirty="0"/>
          </a:p>
          <a:p>
            <a:r>
              <a:rPr lang="en-US" sz="2400" b="1" dirty="0"/>
              <a:t>Weaknesses:</a:t>
            </a:r>
            <a:endParaRPr lang="en-US" sz="2400" dirty="0"/>
          </a:p>
          <a:p>
            <a:endParaRPr lang="en-US" sz="2400" dirty="0"/>
          </a:p>
        </p:txBody>
      </p:sp>
      <p:sp>
        <p:nvSpPr>
          <p:cNvPr id="9" name="Title 7">
            <a:extLst>
              <a:ext uri="{FF2B5EF4-FFF2-40B4-BE49-F238E27FC236}">
                <a16:creationId xmlns:a16="http://schemas.microsoft.com/office/drawing/2014/main" id="{D0AECBCD-8363-284B-BB51-55AF3D65C681}"/>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solidFill>
                  <a:srgbClr val="1E2C5B"/>
                </a:solidFill>
              </a:rPr>
              <a:t>Process Asset Development (PAD)</a:t>
            </a:r>
          </a:p>
        </p:txBody>
      </p:sp>
      <p:sp>
        <p:nvSpPr>
          <p:cNvPr id="10" name="Content Placeholder 9">
            <a:extLst>
              <a:ext uri="{FF2B5EF4-FFF2-40B4-BE49-F238E27FC236}">
                <a16:creationId xmlns:a16="http://schemas.microsoft.com/office/drawing/2014/main" id="{518A46D4-BE00-814E-8A9B-BD69C49159B9}"/>
              </a:ext>
            </a:extLst>
          </p:cNvPr>
          <p:cNvSpPr txBox="1">
            <a:spLocks noGrp="1"/>
          </p:cNvSpPr>
          <p:nvPr>
            <p:ph idx="4294967295"/>
          </p:nvPr>
        </p:nvSpPr>
        <p:spPr>
          <a:xfrm>
            <a:off x="466344" y="1463040"/>
            <a:ext cx="11265408" cy="829971"/>
          </a:xfrm>
          <a:prstGeom prst="rect">
            <a:avLst/>
          </a:prstGeom>
          <a:noFill/>
        </p:spPr>
        <p:txBody>
          <a:bodyPr wrap="square" rtlCol="0">
            <a:spAutoFit/>
          </a:bodyPr>
          <a:lstStyle/>
          <a:p>
            <a:r>
              <a:rPr lang="en-US" sz="2200" b="1" dirty="0"/>
              <a:t>Intent: </a:t>
            </a:r>
            <a:r>
              <a:rPr lang="en-US" sz="2200" dirty="0"/>
              <a:t>Develops the process assets necessary to perform the work and keeps them updated.</a:t>
            </a:r>
          </a:p>
          <a:p>
            <a:r>
              <a:rPr lang="en-US" sz="2200" b="1" dirty="0"/>
              <a:t>Value:</a:t>
            </a:r>
            <a:r>
              <a:rPr lang="en-US" sz="2200" dirty="0"/>
              <a:t> Provides a capability to understand and repeat successful performance.</a:t>
            </a:r>
          </a:p>
        </p:txBody>
      </p:sp>
    </p:spTree>
    <p:extLst>
      <p:ext uri="{BB962C8B-B14F-4D97-AF65-F5344CB8AC3E}">
        <p14:creationId xmlns:p14="http://schemas.microsoft.com/office/powerpoint/2010/main" val="3772339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61F88B-A93B-E44F-A278-9F680C286BD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10896" y="310896"/>
            <a:ext cx="1381125" cy="1050433"/>
          </a:xfrm>
          <a:prstGeom prst="rect">
            <a:avLst/>
          </a:prstGeom>
        </p:spPr>
      </p:pic>
      <p:sp>
        <p:nvSpPr>
          <p:cNvPr id="8" name="Content Placeholder 7">
            <a:extLst>
              <a:ext uri="{FF2B5EF4-FFF2-40B4-BE49-F238E27FC236}">
                <a16:creationId xmlns:a16="http://schemas.microsoft.com/office/drawing/2014/main" id="{6057A3EB-0935-1141-BB99-521CF3352961}"/>
              </a:ext>
            </a:extLst>
          </p:cNvPr>
          <p:cNvSpPr txBox="1">
            <a:spLocks noGrp="1"/>
          </p:cNvSpPr>
          <p:nvPr>
            <p:ph idx="13"/>
          </p:nvPr>
        </p:nvSpPr>
        <p:spPr>
          <a:xfrm>
            <a:off x="463296" y="3308818"/>
            <a:ext cx="11265408" cy="2267287"/>
          </a:xfrm>
          <a:prstGeom prst="rect">
            <a:avLst/>
          </a:prstGeom>
          <a:noFill/>
        </p:spPr>
        <p:txBody>
          <a:bodyPr wrap="square" rtlCol="0">
            <a:spAutoFit/>
          </a:bodyPr>
          <a:lstStyle/>
          <a:p>
            <a:r>
              <a:rPr lang="en-US" sz="2400" b="1" dirty="0"/>
              <a:t>Strengths:</a:t>
            </a:r>
            <a:endParaRPr lang="en-US" sz="2400" dirty="0"/>
          </a:p>
          <a:p>
            <a:endParaRPr lang="en-US" sz="2400" dirty="0"/>
          </a:p>
          <a:p>
            <a:endParaRPr lang="en-US" sz="2400" dirty="0"/>
          </a:p>
          <a:p>
            <a:r>
              <a:rPr lang="en-US" sz="2400" b="1" dirty="0"/>
              <a:t>Weaknesses:</a:t>
            </a:r>
            <a:endParaRPr lang="en-US" sz="2400" dirty="0"/>
          </a:p>
          <a:p>
            <a:endParaRPr lang="en-US" sz="2400" dirty="0"/>
          </a:p>
        </p:txBody>
      </p:sp>
      <p:sp>
        <p:nvSpPr>
          <p:cNvPr id="9" name="Title 7">
            <a:extLst>
              <a:ext uri="{FF2B5EF4-FFF2-40B4-BE49-F238E27FC236}">
                <a16:creationId xmlns:a16="http://schemas.microsoft.com/office/drawing/2014/main" id="{2A97733B-5B53-6D4F-B3A6-238856A5C58A}"/>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solidFill>
                  <a:srgbClr val="1E2C5B"/>
                </a:solidFill>
              </a:rPr>
              <a:t>Process Management (PCM)</a:t>
            </a:r>
          </a:p>
        </p:txBody>
      </p:sp>
      <p:sp>
        <p:nvSpPr>
          <p:cNvPr id="10" name="Content Placeholder 9">
            <a:extLst>
              <a:ext uri="{FF2B5EF4-FFF2-40B4-BE49-F238E27FC236}">
                <a16:creationId xmlns:a16="http://schemas.microsoft.com/office/drawing/2014/main" id="{95A440E3-2399-234F-BAE5-CFDCD8133EE3}"/>
              </a:ext>
            </a:extLst>
          </p:cNvPr>
          <p:cNvSpPr txBox="1">
            <a:spLocks noGrp="1"/>
          </p:cNvSpPr>
          <p:nvPr>
            <p:ph idx="4294967295"/>
          </p:nvPr>
        </p:nvSpPr>
        <p:spPr>
          <a:xfrm>
            <a:off x="466344" y="1463040"/>
            <a:ext cx="11265408" cy="1744067"/>
          </a:xfrm>
          <a:prstGeom prst="rect">
            <a:avLst/>
          </a:prstGeom>
          <a:noFill/>
        </p:spPr>
        <p:txBody>
          <a:bodyPr wrap="square" rtlCol="0">
            <a:spAutoFit/>
          </a:bodyPr>
          <a:lstStyle/>
          <a:p>
            <a:r>
              <a:rPr lang="en-US" sz="2200" b="1" dirty="0"/>
              <a:t>Intent: </a:t>
            </a:r>
            <a:r>
              <a:rPr lang="en-US" sz="2200" dirty="0"/>
              <a:t>Manages and implements the continuous performance improvement of processes and infrastructure to meet business objectives by identifying and implementing the most beneficial process improvements and making performance results visible, accessible, and sustainable.</a:t>
            </a:r>
          </a:p>
          <a:p>
            <a:r>
              <a:rPr lang="en-US" sz="2200" b="1" dirty="0"/>
              <a:t>Value:</a:t>
            </a:r>
            <a:r>
              <a:rPr lang="en-US" sz="2200" dirty="0"/>
              <a:t> Ensures that processes, infrastructure, and their improvement contribute to successfully meeting business objectives.</a:t>
            </a:r>
          </a:p>
        </p:txBody>
      </p:sp>
    </p:spTree>
    <p:extLst>
      <p:ext uri="{BB962C8B-B14F-4D97-AF65-F5344CB8AC3E}">
        <p14:creationId xmlns:p14="http://schemas.microsoft.com/office/powerpoint/2010/main" val="37587618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46A86D-420C-994B-BB9A-87E1DC9BC69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66344" y="320040"/>
            <a:ext cx="1190625" cy="1019175"/>
          </a:xfrm>
          <a:prstGeom prst="rect">
            <a:avLst/>
          </a:prstGeom>
        </p:spPr>
      </p:pic>
      <p:sp>
        <p:nvSpPr>
          <p:cNvPr id="8" name="Title 7">
            <a:extLst>
              <a:ext uri="{FF2B5EF4-FFF2-40B4-BE49-F238E27FC236}">
                <a16:creationId xmlns:a16="http://schemas.microsoft.com/office/drawing/2014/main" id="{7DC3611C-0E7E-5845-A472-220CD96F0A64}"/>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solidFill>
                  <a:srgbClr val="1E2C5B"/>
                </a:solidFill>
              </a:rPr>
              <a:t>Process Quality Assurance (PQA)</a:t>
            </a:r>
          </a:p>
        </p:txBody>
      </p:sp>
      <p:sp>
        <p:nvSpPr>
          <p:cNvPr id="9" name="Content Placeholder 8">
            <a:extLst>
              <a:ext uri="{FF2B5EF4-FFF2-40B4-BE49-F238E27FC236}">
                <a16:creationId xmlns:a16="http://schemas.microsoft.com/office/drawing/2014/main" id="{E5E65591-E634-B04A-BC24-D549AAFDA061}"/>
              </a:ext>
            </a:extLst>
          </p:cNvPr>
          <p:cNvSpPr txBox="1">
            <a:spLocks noGrp="1"/>
          </p:cNvSpPr>
          <p:nvPr>
            <p:ph idx="4294967295"/>
          </p:nvPr>
        </p:nvSpPr>
        <p:spPr>
          <a:xfrm>
            <a:off x="466344" y="1463040"/>
            <a:ext cx="11265408" cy="1439368"/>
          </a:xfrm>
          <a:prstGeom prst="rect">
            <a:avLst/>
          </a:prstGeom>
          <a:noFill/>
        </p:spPr>
        <p:txBody>
          <a:bodyPr wrap="square" rtlCol="0">
            <a:spAutoFit/>
          </a:bodyPr>
          <a:lstStyle/>
          <a:p>
            <a:r>
              <a:rPr lang="en-US" sz="2200" b="1" dirty="0"/>
              <a:t>Intent: </a:t>
            </a:r>
            <a:r>
              <a:rPr lang="en-US" sz="2200" dirty="0"/>
              <a:t>Verifies and enables improvement of the quality of the processes performed and resulting work products.</a:t>
            </a:r>
          </a:p>
          <a:p>
            <a:r>
              <a:rPr lang="en-US" sz="2200" b="1" dirty="0"/>
              <a:t>Value:</a:t>
            </a:r>
            <a:r>
              <a:rPr lang="en-US" sz="2200" dirty="0"/>
              <a:t> Increases the consistent use and improvement of the processes to maximize business benefit and customer satisfaction.</a:t>
            </a:r>
          </a:p>
        </p:txBody>
      </p:sp>
      <p:sp>
        <p:nvSpPr>
          <p:cNvPr id="11" name="Content Placeholder 10">
            <a:extLst>
              <a:ext uri="{FF2B5EF4-FFF2-40B4-BE49-F238E27FC236}">
                <a16:creationId xmlns:a16="http://schemas.microsoft.com/office/drawing/2014/main" id="{F8A9DDB4-132B-534F-A8F6-8792057ECCB2}"/>
              </a:ext>
            </a:extLst>
          </p:cNvPr>
          <p:cNvSpPr txBox="1">
            <a:spLocks noGrp="1"/>
          </p:cNvSpPr>
          <p:nvPr>
            <p:ph idx="13"/>
          </p:nvPr>
        </p:nvSpPr>
        <p:spPr>
          <a:xfrm>
            <a:off x="466344" y="2990088"/>
            <a:ext cx="11265408" cy="2727926"/>
          </a:xfrm>
          <a:prstGeom prst="rect">
            <a:avLst/>
          </a:prstGeom>
          <a:noFill/>
        </p:spPr>
        <p:txBody>
          <a:bodyPr wrap="square" rtlCol="0">
            <a:spAutoFit/>
          </a:bodyPr>
          <a:lstStyle/>
          <a:p>
            <a:r>
              <a:rPr lang="en-US" sz="2400" b="1" dirty="0"/>
              <a:t>Strengths:</a:t>
            </a:r>
            <a:endParaRPr lang="en-US" sz="2400" dirty="0"/>
          </a:p>
          <a:p>
            <a:endParaRPr lang="en-US" sz="2400" dirty="0"/>
          </a:p>
          <a:p>
            <a:endParaRPr lang="en-US" sz="2400" dirty="0"/>
          </a:p>
          <a:p>
            <a:r>
              <a:rPr lang="en-US" sz="2400" b="1" dirty="0"/>
              <a:t>Weaknesses:</a:t>
            </a:r>
            <a:endParaRPr lang="en-US" sz="2400" dirty="0"/>
          </a:p>
          <a:p>
            <a:endParaRPr lang="en-US" sz="2400" dirty="0"/>
          </a:p>
          <a:p>
            <a:endParaRPr lang="en-US" sz="2400" b="1" dirty="0"/>
          </a:p>
        </p:txBody>
      </p:sp>
    </p:spTree>
    <p:extLst>
      <p:ext uri="{BB962C8B-B14F-4D97-AF65-F5344CB8AC3E}">
        <p14:creationId xmlns:p14="http://schemas.microsoft.com/office/powerpoint/2010/main" val="33576851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150284-8292-8D49-BC36-D75E9DDA273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A30BB0C4-F057-5045-890F-0F9D4FAAAC7B}"/>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solidFill>
                  <a:srgbClr val="1E2C5B"/>
                </a:solidFill>
              </a:rPr>
              <a:t>Product Integration (PI)</a:t>
            </a:r>
          </a:p>
        </p:txBody>
      </p:sp>
      <p:sp>
        <p:nvSpPr>
          <p:cNvPr id="9" name="Content Placeholder 8">
            <a:extLst>
              <a:ext uri="{FF2B5EF4-FFF2-40B4-BE49-F238E27FC236}">
                <a16:creationId xmlns:a16="http://schemas.microsoft.com/office/drawing/2014/main" id="{65C865DC-106D-8D40-B690-9000D793161A}"/>
              </a:ext>
            </a:extLst>
          </p:cNvPr>
          <p:cNvSpPr txBox="1">
            <a:spLocks noGrp="1"/>
          </p:cNvSpPr>
          <p:nvPr>
            <p:ph idx="4294967295"/>
          </p:nvPr>
        </p:nvSpPr>
        <p:spPr>
          <a:xfrm>
            <a:off x="466344" y="1463040"/>
            <a:ext cx="11265408" cy="1439368"/>
          </a:xfrm>
          <a:prstGeom prst="rect">
            <a:avLst/>
          </a:prstGeom>
          <a:noFill/>
        </p:spPr>
        <p:txBody>
          <a:bodyPr wrap="square" rtlCol="0">
            <a:spAutoFit/>
          </a:bodyPr>
          <a:lstStyle/>
          <a:p>
            <a:r>
              <a:rPr lang="en-US" sz="2200" b="1" dirty="0"/>
              <a:t>Intent: </a:t>
            </a:r>
            <a:r>
              <a:rPr lang="en-US" sz="2200" dirty="0"/>
              <a:t>Integrates and delivers the solution that addresses functionality, performance, and quality requirements.</a:t>
            </a:r>
          </a:p>
          <a:p>
            <a:r>
              <a:rPr lang="en-US" sz="2200" b="1" dirty="0"/>
              <a:t>Value:</a:t>
            </a:r>
            <a:r>
              <a:rPr lang="en-US" sz="2200" dirty="0"/>
              <a:t> Increases customers’ satisfaction by giving them a solution that meets or exceeds their functionality and quality requirements.</a:t>
            </a:r>
          </a:p>
        </p:txBody>
      </p:sp>
      <p:sp>
        <p:nvSpPr>
          <p:cNvPr id="10" name="Content Placeholder 9">
            <a:extLst>
              <a:ext uri="{FF2B5EF4-FFF2-40B4-BE49-F238E27FC236}">
                <a16:creationId xmlns:a16="http://schemas.microsoft.com/office/drawing/2014/main" id="{70B72034-87E2-1744-8D9B-DAAEC08D335C}"/>
              </a:ext>
            </a:extLst>
          </p:cNvPr>
          <p:cNvSpPr txBox="1">
            <a:spLocks noGrp="1"/>
          </p:cNvSpPr>
          <p:nvPr>
            <p:ph idx="13"/>
          </p:nvPr>
        </p:nvSpPr>
        <p:spPr>
          <a:xfrm>
            <a:off x="466344" y="2990088"/>
            <a:ext cx="11265408" cy="2267287"/>
          </a:xfrm>
          <a:prstGeom prst="rect">
            <a:avLst/>
          </a:prstGeom>
          <a:noFill/>
        </p:spPr>
        <p:txBody>
          <a:bodyPr wrap="square" rtlCol="0">
            <a:spAutoFit/>
          </a:bodyPr>
          <a:lstStyle/>
          <a:p>
            <a:r>
              <a:rPr lang="en-US" sz="2400" b="1" dirty="0"/>
              <a:t>Strengths:</a:t>
            </a:r>
            <a:endParaRPr lang="en-US" sz="2400" dirty="0"/>
          </a:p>
          <a:p>
            <a:endParaRPr lang="en-US" sz="2400" dirty="0"/>
          </a:p>
          <a:p>
            <a:endParaRPr lang="en-US" sz="2400" dirty="0"/>
          </a:p>
          <a:p>
            <a:r>
              <a:rPr lang="en-US" sz="2400" b="1" dirty="0"/>
              <a:t>Weaknesses:</a:t>
            </a:r>
            <a:endParaRPr lang="en-US" sz="2400" dirty="0"/>
          </a:p>
          <a:p>
            <a:endParaRPr lang="en-US" sz="2400" dirty="0"/>
          </a:p>
        </p:txBody>
      </p:sp>
    </p:spTree>
    <p:extLst>
      <p:ext uri="{BB962C8B-B14F-4D97-AF65-F5344CB8AC3E}">
        <p14:creationId xmlns:p14="http://schemas.microsoft.com/office/powerpoint/2010/main" val="8946695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BD358-13C0-704B-AF4F-E0C810DD2FC1}"/>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66344" y="320040"/>
            <a:ext cx="1190625" cy="1028700"/>
          </a:xfrm>
          <a:prstGeom prst="rect">
            <a:avLst/>
          </a:prstGeom>
        </p:spPr>
      </p:pic>
      <p:sp>
        <p:nvSpPr>
          <p:cNvPr id="8" name="Title 7">
            <a:extLst>
              <a:ext uri="{FF2B5EF4-FFF2-40B4-BE49-F238E27FC236}">
                <a16:creationId xmlns:a16="http://schemas.microsoft.com/office/drawing/2014/main" id="{FA76391E-56A4-1D46-8B16-6C6198C4AD7F}"/>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solidFill>
                  <a:srgbClr val="1E2C5B"/>
                </a:solidFill>
              </a:rPr>
              <a:t>Requirements Development and Management (RDM)</a:t>
            </a:r>
          </a:p>
        </p:txBody>
      </p:sp>
      <p:sp>
        <p:nvSpPr>
          <p:cNvPr id="9" name="Content Placeholder 8">
            <a:extLst>
              <a:ext uri="{FF2B5EF4-FFF2-40B4-BE49-F238E27FC236}">
                <a16:creationId xmlns:a16="http://schemas.microsoft.com/office/drawing/2014/main" id="{28877B3D-5089-C64D-BC81-EDE247A11522}"/>
              </a:ext>
            </a:extLst>
          </p:cNvPr>
          <p:cNvSpPr txBox="1">
            <a:spLocks noGrp="1"/>
          </p:cNvSpPr>
          <p:nvPr>
            <p:ph idx="4294967295"/>
          </p:nvPr>
        </p:nvSpPr>
        <p:spPr>
          <a:xfrm>
            <a:off x="466344" y="1463040"/>
            <a:ext cx="11265408" cy="1439368"/>
          </a:xfrm>
          <a:prstGeom prst="rect">
            <a:avLst/>
          </a:prstGeom>
          <a:noFill/>
        </p:spPr>
        <p:txBody>
          <a:bodyPr wrap="square" rtlCol="0">
            <a:spAutoFit/>
          </a:bodyPr>
          <a:lstStyle/>
          <a:p>
            <a:r>
              <a:rPr lang="en-US" sz="2200" b="1" dirty="0"/>
              <a:t>Intent: </a:t>
            </a:r>
            <a:r>
              <a:rPr lang="en-US" sz="2200" dirty="0"/>
              <a:t>Elicits requirements, confirms common understanding by stakeholders, and aligns requirements, plans, and work products.</a:t>
            </a:r>
          </a:p>
          <a:p>
            <a:r>
              <a:rPr lang="en-US" sz="2200" b="1" dirty="0"/>
              <a:t>Value:</a:t>
            </a:r>
            <a:r>
              <a:rPr lang="en-US" sz="2200" dirty="0"/>
              <a:t> Increases likelihood that the solution meets or exceeds customer expectations and needs.</a:t>
            </a:r>
          </a:p>
        </p:txBody>
      </p:sp>
      <p:sp>
        <p:nvSpPr>
          <p:cNvPr id="10" name="Content Placeholder 9">
            <a:extLst>
              <a:ext uri="{FF2B5EF4-FFF2-40B4-BE49-F238E27FC236}">
                <a16:creationId xmlns:a16="http://schemas.microsoft.com/office/drawing/2014/main" id="{86B4C1F1-7B5B-304F-95C1-FA6328A3137D}"/>
              </a:ext>
            </a:extLst>
          </p:cNvPr>
          <p:cNvSpPr txBox="1">
            <a:spLocks noGrp="1"/>
          </p:cNvSpPr>
          <p:nvPr>
            <p:ph idx="13"/>
          </p:nvPr>
        </p:nvSpPr>
        <p:spPr>
          <a:xfrm>
            <a:off x="466344" y="2990088"/>
            <a:ext cx="11265408" cy="2727926"/>
          </a:xfrm>
          <a:prstGeom prst="rect">
            <a:avLst/>
          </a:prstGeom>
          <a:noFill/>
        </p:spPr>
        <p:txBody>
          <a:bodyPr wrap="square" rtlCol="0">
            <a:spAutoFit/>
          </a:bodyPr>
          <a:lstStyle/>
          <a:p>
            <a:r>
              <a:rPr lang="en-US" sz="2400" b="1" dirty="0"/>
              <a:t>Strengths:</a:t>
            </a:r>
            <a:endParaRPr lang="en-US" sz="2400" dirty="0"/>
          </a:p>
          <a:p>
            <a:endParaRPr lang="en-US" sz="2400" dirty="0"/>
          </a:p>
          <a:p>
            <a:endParaRPr lang="en-US" sz="2400" dirty="0"/>
          </a:p>
          <a:p>
            <a:r>
              <a:rPr lang="en-US" sz="2400" b="1" dirty="0"/>
              <a:t>Weaknesses:</a:t>
            </a:r>
            <a:endParaRPr lang="en-US" sz="2400" dirty="0"/>
          </a:p>
          <a:p>
            <a:endParaRPr lang="en-US" sz="2400" dirty="0"/>
          </a:p>
          <a:p>
            <a:endParaRPr lang="en-US" sz="2400" dirty="0"/>
          </a:p>
        </p:txBody>
      </p:sp>
    </p:spTree>
    <p:extLst>
      <p:ext uri="{BB962C8B-B14F-4D97-AF65-F5344CB8AC3E}">
        <p14:creationId xmlns:p14="http://schemas.microsoft.com/office/powerpoint/2010/main" val="13832326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47472" y="347472"/>
            <a:ext cx="1381125" cy="990600"/>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solidFill>
                  <a:srgbClr val="1E2C5B"/>
                </a:solidFill>
              </a:rPr>
              <a:t>Risk and Opportunity Management (RSK)</a:t>
            </a: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6344" y="1463040"/>
            <a:ext cx="11265408" cy="1134670"/>
          </a:xfrm>
          <a:prstGeom prst="rect">
            <a:avLst/>
          </a:prstGeom>
          <a:noFill/>
        </p:spPr>
        <p:txBody>
          <a:bodyPr wrap="square" rtlCol="0">
            <a:spAutoFit/>
          </a:bodyPr>
          <a:lstStyle/>
          <a:p>
            <a:r>
              <a:rPr lang="en-US" sz="2200" b="1" dirty="0"/>
              <a:t>Intent: </a:t>
            </a:r>
            <a:r>
              <a:rPr lang="en-US" sz="2200" dirty="0"/>
              <a:t>Identifies, records, analyzes, and manages potential risks or opportunities.</a:t>
            </a:r>
            <a:endParaRPr lang="en-US" sz="2200" dirty="0">
              <a:effectLst/>
            </a:endParaRPr>
          </a:p>
          <a:p>
            <a:r>
              <a:rPr lang="en-US" sz="2200" b="1" dirty="0"/>
              <a:t>Value:</a:t>
            </a:r>
            <a:r>
              <a:rPr lang="en-US" sz="2200" dirty="0"/>
              <a:t> Mitigates adverse impacts or capitalizes on positive impacts to increase the likelihood of meeting objectives.</a:t>
            </a:r>
          </a:p>
        </p:txBody>
      </p:sp>
      <p:sp>
        <p:nvSpPr>
          <p:cNvPr id="10" name="Content Placeholder 9">
            <a:extLst>
              <a:ext uri="{FF2B5EF4-FFF2-40B4-BE49-F238E27FC236}">
                <a16:creationId xmlns:a16="http://schemas.microsoft.com/office/drawing/2014/main" id="{EE7CC6EC-0801-EC45-BE62-C457A7F7AB7E}"/>
              </a:ext>
            </a:extLst>
          </p:cNvPr>
          <p:cNvSpPr txBox="1">
            <a:spLocks noGrp="1"/>
          </p:cNvSpPr>
          <p:nvPr>
            <p:ph idx="13"/>
          </p:nvPr>
        </p:nvSpPr>
        <p:spPr>
          <a:xfrm>
            <a:off x="466344" y="2990088"/>
            <a:ext cx="11265408" cy="2267287"/>
          </a:xfrm>
          <a:prstGeom prst="rect">
            <a:avLst/>
          </a:prstGeom>
          <a:noFill/>
        </p:spPr>
        <p:txBody>
          <a:bodyPr wrap="square" rtlCol="0">
            <a:spAutoFit/>
          </a:bodyPr>
          <a:lstStyle/>
          <a:p>
            <a:r>
              <a:rPr lang="en-US" sz="2400" b="1" dirty="0"/>
              <a:t>Strengths:</a:t>
            </a:r>
            <a:endParaRPr lang="en-US" sz="2400" dirty="0"/>
          </a:p>
          <a:p>
            <a:endParaRPr lang="en-US" sz="2400" dirty="0"/>
          </a:p>
          <a:p>
            <a:endParaRPr lang="en-US" sz="2400" dirty="0"/>
          </a:p>
          <a:p>
            <a:r>
              <a:rPr lang="en-US" sz="2400" b="1" dirty="0"/>
              <a:t>Weaknesses:</a:t>
            </a:r>
            <a:endParaRPr lang="en-US" sz="2400" dirty="0"/>
          </a:p>
          <a:p>
            <a:endParaRPr lang="en-US" sz="2400" dirty="0"/>
          </a:p>
        </p:txBody>
      </p:sp>
    </p:spTree>
    <p:extLst>
      <p:ext uri="{BB962C8B-B14F-4D97-AF65-F5344CB8AC3E}">
        <p14:creationId xmlns:p14="http://schemas.microsoft.com/office/powerpoint/2010/main" val="28683762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A4456FA-68FD-7444-B3F5-4132B6052993}"/>
              </a:ext>
            </a:extLst>
          </p:cNvPr>
          <p:cNvSpPr>
            <a:spLocks noGrp="1"/>
          </p:cNvSpPr>
          <p:nvPr>
            <p:ph idx="13"/>
          </p:nvPr>
        </p:nvSpPr>
        <p:spPr/>
        <p:txBody>
          <a:bodyPr>
            <a:normAutofit/>
          </a:bodyPr>
          <a:lstStyle/>
          <a:p>
            <a:r>
              <a:rPr lang="en-US" dirty="0"/>
              <a:t>Strengths:</a:t>
            </a:r>
          </a:p>
          <a:p>
            <a:endParaRPr lang="en-US" dirty="0"/>
          </a:p>
          <a:p>
            <a:endParaRPr lang="en-US" dirty="0"/>
          </a:p>
          <a:p>
            <a:r>
              <a:rPr lang="en-US" dirty="0"/>
              <a:t>Weaknesses:</a:t>
            </a:r>
          </a:p>
          <a:p>
            <a:endParaRPr lang="en-US" dirty="0"/>
          </a:p>
        </p:txBody>
      </p:sp>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solidFill>
                  <a:srgbClr val="1E2C5B"/>
                </a:solidFill>
              </a:rPr>
              <a:t>Service Delivery Management (SDM)</a:t>
            </a: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6344" y="1463040"/>
            <a:ext cx="11265408" cy="1134670"/>
          </a:xfrm>
          <a:prstGeom prst="rect">
            <a:avLst/>
          </a:prstGeom>
          <a:noFill/>
        </p:spPr>
        <p:txBody>
          <a:bodyPr wrap="square" rtlCol="0">
            <a:spAutoFit/>
          </a:bodyPr>
          <a:lstStyle/>
          <a:p>
            <a:pPr lvl="0"/>
            <a:r>
              <a:rPr lang="en-US" sz="2200" b="1" dirty="0"/>
              <a:t>Intent: </a:t>
            </a:r>
            <a:r>
              <a:rPr lang="en-US" sz="2200" dirty="0"/>
              <a:t>Delivers services and manages the service delivery system.</a:t>
            </a:r>
            <a:endParaRPr lang="en-US" sz="2200" dirty="0">
              <a:effectLst/>
            </a:endParaRPr>
          </a:p>
          <a:p>
            <a:r>
              <a:rPr lang="en-US" sz="2200" b="1" dirty="0"/>
              <a:t>Value:</a:t>
            </a:r>
            <a:r>
              <a:rPr lang="en-US" sz="2200" dirty="0"/>
              <a:t> Increases customer satisfaction by delivering services that meet or exceed customer expectations.</a:t>
            </a:r>
          </a:p>
        </p:txBody>
      </p:sp>
      <p:pic>
        <p:nvPicPr>
          <p:cNvPr id="3" name="Picture 2" descr="A logo with a clock and truck&#10;&#10;Description automatically generated">
            <a:extLst>
              <a:ext uri="{FF2B5EF4-FFF2-40B4-BE49-F238E27FC236}">
                <a16:creationId xmlns:a16="http://schemas.microsoft.com/office/drawing/2014/main" id="{C94961CC-864D-237D-7211-1585E29B98AA}"/>
              </a:ext>
            </a:extLst>
          </p:cNvPr>
          <p:cNvPicPr>
            <a:picLocks noChangeAspect="1"/>
          </p:cNvPicPr>
          <p:nvPr/>
        </p:nvPicPr>
        <p:blipFill>
          <a:blip r:embed="rId2"/>
          <a:stretch>
            <a:fillRect/>
          </a:stretch>
        </p:blipFill>
        <p:spPr>
          <a:xfrm>
            <a:off x="438912" y="329184"/>
            <a:ext cx="1176748" cy="1037762"/>
          </a:xfrm>
          <a:prstGeom prst="rect">
            <a:avLst/>
          </a:prstGeom>
        </p:spPr>
      </p:pic>
    </p:spTree>
    <p:extLst>
      <p:ext uri="{BB962C8B-B14F-4D97-AF65-F5344CB8AC3E}">
        <p14:creationId xmlns:p14="http://schemas.microsoft.com/office/powerpoint/2010/main" val="5799018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A4456FA-68FD-7444-B3F5-4132B6052993}"/>
              </a:ext>
            </a:extLst>
          </p:cNvPr>
          <p:cNvSpPr>
            <a:spLocks noGrp="1"/>
          </p:cNvSpPr>
          <p:nvPr>
            <p:ph idx="13"/>
          </p:nvPr>
        </p:nvSpPr>
        <p:spPr/>
        <p:txBody>
          <a:bodyPr>
            <a:normAutofit/>
          </a:bodyPr>
          <a:lstStyle/>
          <a:p>
            <a:r>
              <a:rPr lang="en-US" dirty="0"/>
              <a:t>Strengths:</a:t>
            </a:r>
          </a:p>
          <a:p>
            <a:endParaRPr lang="en-US" dirty="0"/>
          </a:p>
          <a:p>
            <a:endParaRPr lang="en-US" dirty="0"/>
          </a:p>
          <a:p>
            <a:r>
              <a:rPr lang="en-US" dirty="0"/>
              <a:t>Weaknesses:</a:t>
            </a:r>
          </a:p>
          <a:p>
            <a:endParaRPr lang="en-US" dirty="0"/>
          </a:p>
        </p:txBody>
      </p:sp>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solidFill>
                  <a:srgbClr val="1E2C5B"/>
                </a:solidFill>
              </a:rPr>
              <a:t>Strategic Service Management (STSM)</a:t>
            </a: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6344" y="1463040"/>
            <a:ext cx="11265408" cy="1439368"/>
          </a:xfrm>
          <a:prstGeom prst="rect">
            <a:avLst/>
          </a:prstGeom>
          <a:noFill/>
        </p:spPr>
        <p:txBody>
          <a:bodyPr wrap="square" rtlCol="0">
            <a:spAutoFit/>
          </a:bodyPr>
          <a:lstStyle/>
          <a:p>
            <a:r>
              <a:rPr lang="en-US" sz="2200" b="1" dirty="0"/>
              <a:t>Intent: </a:t>
            </a:r>
            <a:r>
              <a:rPr lang="en-US" sz="2200" dirty="0"/>
              <a:t>Develops and deploys standard services that are compatible with strategic business needs and plans.</a:t>
            </a:r>
            <a:endParaRPr lang="en-US" sz="2200" dirty="0">
              <a:effectLst/>
            </a:endParaRPr>
          </a:p>
          <a:p>
            <a:r>
              <a:rPr lang="en-US" sz="2200" b="1" dirty="0"/>
              <a:t>Value:</a:t>
            </a:r>
            <a:r>
              <a:rPr lang="en-US" sz="2200" dirty="0"/>
              <a:t> Increases likelihood of meeting business objectives by aligning standard services with customer needs.</a:t>
            </a:r>
          </a:p>
        </p:txBody>
      </p:sp>
      <p:pic>
        <p:nvPicPr>
          <p:cNvPr id="3" name="Picture 2" descr="A logo with a truck and clock in a circle&#10;&#10;Description automatically generated">
            <a:extLst>
              <a:ext uri="{FF2B5EF4-FFF2-40B4-BE49-F238E27FC236}">
                <a16:creationId xmlns:a16="http://schemas.microsoft.com/office/drawing/2014/main" id="{3ED9A6F8-9E45-6203-49A0-4803F6050CA4}"/>
              </a:ext>
            </a:extLst>
          </p:cNvPr>
          <p:cNvPicPr>
            <a:picLocks noChangeAspect="1"/>
          </p:cNvPicPr>
          <p:nvPr/>
        </p:nvPicPr>
        <p:blipFill>
          <a:blip r:embed="rId2"/>
          <a:stretch>
            <a:fillRect/>
          </a:stretch>
        </p:blipFill>
        <p:spPr>
          <a:xfrm>
            <a:off x="436462" y="332944"/>
            <a:ext cx="1182026" cy="1042416"/>
          </a:xfrm>
          <a:prstGeom prst="rect">
            <a:avLst/>
          </a:prstGeom>
        </p:spPr>
      </p:pic>
    </p:spTree>
    <p:extLst>
      <p:ext uri="{BB962C8B-B14F-4D97-AF65-F5344CB8AC3E}">
        <p14:creationId xmlns:p14="http://schemas.microsoft.com/office/powerpoint/2010/main" val="2296124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5B0C6DF-B120-6949-97CA-7961E08F521C}"/>
              </a:ext>
            </a:extLst>
          </p:cNvPr>
          <p:cNvSpPr>
            <a:spLocks noGrp="1"/>
          </p:cNvSpPr>
          <p:nvPr>
            <p:ph idx="13"/>
          </p:nvPr>
        </p:nvSpPr>
        <p:spPr>
          <a:xfrm>
            <a:off x="466344" y="3371699"/>
            <a:ext cx="11265408" cy="2859306"/>
          </a:xfrm>
        </p:spPr>
        <p:txBody>
          <a:bodyPr>
            <a:normAutofit/>
          </a:bodyPr>
          <a:lstStyle/>
          <a:p>
            <a:r>
              <a:rPr lang="en-US" dirty="0"/>
              <a:t>Strengths:</a:t>
            </a:r>
          </a:p>
          <a:p>
            <a:endParaRPr lang="en-US" dirty="0"/>
          </a:p>
          <a:p>
            <a:endParaRPr lang="en-US" dirty="0"/>
          </a:p>
          <a:p>
            <a:r>
              <a:rPr lang="en-US" dirty="0"/>
              <a:t>Weaknesses:</a:t>
            </a:r>
          </a:p>
          <a:p>
            <a:endParaRPr lang="en-US" dirty="0"/>
          </a:p>
        </p:txBody>
      </p:sp>
      <p:sp>
        <p:nvSpPr>
          <p:cNvPr id="8" name="Title 7">
            <a:extLst>
              <a:ext uri="{FF2B5EF4-FFF2-40B4-BE49-F238E27FC236}">
                <a16:creationId xmlns:a16="http://schemas.microsoft.com/office/drawing/2014/main" id="{98CDFFE2-815D-394A-A1C7-98CF384CE821}"/>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solidFill>
                  <a:srgbClr val="1E2C5B"/>
                </a:solidFill>
              </a:rPr>
              <a:t>Supplier Agreement Management (SAM)</a:t>
            </a:r>
          </a:p>
        </p:txBody>
      </p:sp>
      <p:sp>
        <p:nvSpPr>
          <p:cNvPr id="9" name="Content Placeholder 8">
            <a:extLst>
              <a:ext uri="{FF2B5EF4-FFF2-40B4-BE49-F238E27FC236}">
                <a16:creationId xmlns:a16="http://schemas.microsoft.com/office/drawing/2014/main" id="{0C960F8A-951F-8D4E-A59B-9532FD8CA70C}"/>
              </a:ext>
            </a:extLst>
          </p:cNvPr>
          <p:cNvSpPr txBox="1">
            <a:spLocks noGrp="1"/>
          </p:cNvSpPr>
          <p:nvPr>
            <p:ph idx="4294967295"/>
          </p:nvPr>
        </p:nvSpPr>
        <p:spPr>
          <a:xfrm>
            <a:off x="466344" y="1463040"/>
            <a:ext cx="11265408" cy="1134670"/>
          </a:xfrm>
          <a:prstGeom prst="rect">
            <a:avLst/>
          </a:prstGeom>
          <a:noFill/>
        </p:spPr>
        <p:txBody>
          <a:bodyPr wrap="square" rtlCol="0">
            <a:spAutoFit/>
          </a:bodyPr>
          <a:lstStyle/>
          <a:p>
            <a:r>
              <a:rPr lang="en-US" sz="2200" b="1" dirty="0"/>
              <a:t>Intent: </a:t>
            </a:r>
            <a:r>
              <a:rPr lang="en-US" sz="2200" b="0" i="0" dirty="0">
                <a:solidFill>
                  <a:srgbClr val="505050"/>
                </a:solidFill>
                <a:effectLst/>
              </a:rPr>
              <a:t>Selects qualified suppliers, establishes agreements, and manages the resulting supplier and acquirer activities over the term of the agreement.</a:t>
            </a:r>
          </a:p>
          <a:p>
            <a:r>
              <a:rPr lang="en-US" sz="2200" b="1" dirty="0"/>
              <a:t>Value:</a:t>
            </a:r>
            <a:r>
              <a:rPr lang="en-US" sz="2200" dirty="0"/>
              <a:t> Maximizes the probability of mutual success for acquirers and suppliers.</a:t>
            </a:r>
          </a:p>
        </p:txBody>
      </p:sp>
      <p:pic>
        <p:nvPicPr>
          <p:cNvPr id="3" name="Picture 2" descr="A yellow and white sign with black text&#10;&#10;Description automatically generated">
            <a:extLst>
              <a:ext uri="{FF2B5EF4-FFF2-40B4-BE49-F238E27FC236}">
                <a16:creationId xmlns:a16="http://schemas.microsoft.com/office/drawing/2014/main" id="{5DB40F3C-CEB2-EB3B-1CDC-19493576F7AE}"/>
              </a:ext>
            </a:extLst>
          </p:cNvPr>
          <p:cNvPicPr>
            <a:picLocks noChangeAspect="1"/>
          </p:cNvPicPr>
          <p:nvPr/>
        </p:nvPicPr>
        <p:blipFill>
          <a:blip r:embed="rId2"/>
          <a:stretch>
            <a:fillRect/>
          </a:stretch>
        </p:blipFill>
        <p:spPr>
          <a:xfrm>
            <a:off x="553597" y="350491"/>
            <a:ext cx="1084600" cy="947957"/>
          </a:xfrm>
          <a:prstGeom prst="rect">
            <a:avLst/>
          </a:prstGeom>
        </p:spPr>
      </p:pic>
    </p:spTree>
    <p:extLst>
      <p:ext uri="{BB962C8B-B14F-4D97-AF65-F5344CB8AC3E}">
        <p14:creationId xmlns:p14="http://schemas.microsoft.com/office/powerpoint/2010/main" val="24045569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97F3131-5894-1B4E-8D88-53293B77E805}"/>
              </a:ext>
            </a:extLst>
          </p:cNvPr>
          <p:cNvSpPr>
            <a:spLocks noGrp="1"/>
          </p:cNvSpPr>
          <p:nvPr>
            <p:ph idx="13"/>
          </p:nvPr>
        </p:nvSpPr>
        <p:spPr/>
        <p:txBody>
          <a:bodyPr>
            <a:normAutofit/>
          </a:bodyPr>
          <a:lstStyle/>
          <a:p>
            <a:r>
              <a:rPr lang="en-US" dirty="0"/>
              <a:t>Strengths:</a:t>
            </a:r>
          </a:p>
          <a:p>
            <a:endParaRPr lang="en-US" dirty="0"/>
          </a:p>
          <a:p>
            <a:endParaRPr lang="en-US" dirty="0"/>
          </a:p>
          <a:p>
            <a:r>
              <a:rPr lang="en-US" dirty="0"/>
              <a:t>Weaknesses:</a:t>
            </a:r>
          </a:p>
          <a:p>
            <a:endParaRPr lang="en-US" dirty="0"/>
          </a:p>
        </p:txBody>
      </p:sp>
      <p:pic>
        <p:nvPicPr>
          <p:cNvPr id="7" name="Picture 6">
            <a:extLst>
              <a:ext uri="{FF2B5EF4-FFF2-40B4-BE49-F238E27FC236}">
                <a16:creationId xmlns:a16="http://schemas.microsoft.com/office/drawing/2014/main" id="{B5862143-3951-A64C-B7B7-268C11BD311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2D19D3C6-51DC-3041-B3EC-E426F6CAF279}"/>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solidFill>
                  <a:srgbClr val="1E2C5B"/>
                </a:solidFill>
              </a:rPr>
              <a:t>Technical Solution (TS)</a:t>
            </a:r>
          </a:p>
        </p:txBody>
      </p:sp>
      <p:sp>
        <p:nvSpPr>
          <p:cNvPr id="9" name="Content Placeholder 8">
            <a:extLst>
              <a:ext uri="{FF2B5EF4-FFF2-40B4-BE49-F238E27FC236}">
                <a16:creationId xmlns:a16="http://schemas.microsoft.com/office/drawing/2014/main" id="{6666E3A6-0A9E-BC46-9A3F-12B3D08BB749}"/>
              </a:ext>
            </a:extLst>
          </p:cNvPr>
          <p:cNvSpPr txBox="1">
            <a:spLocks noGrp="1"/>
          </p:cNvSpPr>
          <p:nvPr>
            <p:ph idx="4294967295"/>
          </p:nvPr>
        </p:nvSpPr>
        <p:spPr>
          <a:xfrm>
            <a:off x="466344" y="1463040"/>
            <a:ext cx="11265408" cy="1134670"/>
          </a:xfrm>
          <a:prstGeom prst="rect">
            <a:avLst/>
          </a:prstGeom>
          <a:noFill/>
        </p:spPr>
        <p:txBody>
          <a:bodyPr wrap="square" rtlCol="0">
            <a:spAutoFit/>
          </a:bodyPr>
          <a:lstStyle/>
          <a:p>
            <a:r>
              <a:rPr lang="en-US" sz="2200" b="1" dirty="0"/>
              <a:t>Intent: </a:t>
            </a:r>
            <a:r>
              <a:rPr lang="en-US" sz="2200" dirty="0"/>
              <a:t>Designs and builds solutions that meet requirements.</a:t>
            </a:r>
            <a:endParaRPr lang="en-US" sz="2200" dirty="0">
              <a:effectLst/>
            </a:endParaRPr>
          </a:p>
          <a:p>
            <a:r>
              <a:rPr lang="en-US" sz="2200" b="1" dirty="0"/>
              <a:t>Value:</a:t>
            </a:r>
            <a:r>
              <a:rPr lang="en-US" sz="2200" dirty="0"/>
              <a:t> Provides a cost-effective design and solution that meets customer requirements and reduces rework.</a:t>
            </a:r>
          </a:p>
        </p:txBody>
      </p:sp>
    </p:spTree>
    <p:extLst>
      <p:ext uri="{BB962C8B-B14F-4D97-AF65-F5344CB8AC3E}">
        <p14:creationId xmlns:p14="http://schemas.microsoft.com/office/powerpoint/2010/main" val="41647493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A4456FA-68FD-7444-B3F5-4132B6052993}"/>
              </a:ext>
            </a:extLst>
          </p:cNvPr>
          <p:cNvSpPr>
            <a:spLocks noGrp="1"/>
          </p:cNvSpPr>
          <p:nvPr>
            <p:ph idx="13"/>
          </p:nvPr>
        </p:nvSpPr>
        <p:spPr/>
        <p:txBody>
          <a:bodyPr>
            <a:normAutofit/>
          </a:bodyPr>
          <a:lstStyle/>
          <a:p>
            <a:r>
              <a:rPr lang="en-US" dirty="0"/>
              <a:t>Strengths:</a:t>
            </a:r>
          </a:p>
          <a:p>
            <a:endParaRPr lang="en-US" dirty="0"/>
          </a:p>
          <a:p>
            <a:endParaRPr lang="en-US" dirty="0"/>
          </a:p>
          <a:p>
            <a:r>
              <a:rPr lang="en-US" dirty="0"/>
              <a:t>Weaknesses:</a:t>
            </a:r>
          </a:p>
          <a:p>
            <a:endParaRPr lang="en-US" dirty="0"/>
          </a:p>
        </p:txBody>
      </p:sp>
      <p:pic>
        <p:nvPicPr>
          <p:cNvPr id="7" name="Picture 6">
            <a:extLst>
              <a:ext uri="{FF2B5EF4-FFF2-40B4-BE49-F238E27FC236}">
                <a16:creationId xmlns:a16="http://schemas.microsoft.com/office/drawing/2014/main" id="{851B57D4-F6F7-8D4C-92DD-C8E3374CDC2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66344" y="320040"/>
            <a:ext cx="1181100" cy="1019175"/>
          </a:xfrm>
          <a:prstGeom prst="rect">
            <a:avLst/>
          </a:prstGeom>
        </p:spPr>
      </p:pic>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solidFill>
                  <a:srgbClr val="1E2C5B"/>
                </a:solidFill>
              </a:rPr>
              <a:t>Verification and Validation (VV)</a:t>
            </a: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6344" y="1463040"/>
            <a:ext cx="11265408" cy="1439368"/>
          </a:xfrm>
          <a:prstGeom prst="rect">
            <a:avLst/>
          </a:prstGeom>
          <a:noFill/>
        </p:spPr>
        <p:txBody>
          <a:bodyPr wrap="square" rtlCol="0">
            <a:spAutoFit/>
          </a:bodyPr>
          <a:lstStyle/>
          <a:p>
            <a:r>
              <a:rPr lang="en-US" sz="2200" b="1" dirty="0"/>
              <a:t>Intent: </a:t>
            </a:r>
            <a:r>
              <a:rPr lang="en-US" sz="2200" dirty="0">
                <a:effectLst/>
                <a:ea typeface="MS Mincho" panose="02020609040205080304" pitchFamily="49" charset="-128"/>
                <a:cs typeface="Times New Roman" panose="02020603050405020304" pitchFamily="18" charset="0"/>
              </a:rPr>
              <a:t>Confirms selected solutions and components meet their requirements, and demonstrates selected solutions and components fulfill their intended use in their target environment. </a:t>
            </a:r>
            <a:endParaRPr lang="en-US" sz="2200" dirty="0"/>
          </a:p>
          <a:p>
            <a:r>
              <a:rPr lang="en-US" sz="2200" b="1" dirty="0"/>
              <a:t>Value:</a:t>
            </a:r>
            <a:r>
              <a:rPr lang="en-US" sz="2200" dirty="0"/>
              <a:t> Increases the likelihood that the solution will satisfy the customer.</a:t>
            </a:r>
          </a:p>
          <a:p>
            <a:endParaRPr lang="en-US" sz="2200" dirty="0"/>
          </a:p>
        </p:txBody>
      </p:sp>
    </p:spTree>
    <p:extLst>
      <p:ext uri="{BB962C8B-B14F-4D97-AF65-F5344CB8AC3E}">
        <p14:creationId xmlns:p14="http://schemas.microsoft.com/office/powerpoint/2010/main" val="23183273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14D3F-5098-866B-0382-8BAEBE923EBD}"/>
              </a:ext>
            </a:extLst>
          </p:cNvPr>
          <p:cNvSpPr>
            <a:spLocks noGrp="1"/>
          </p:cNvSpPr>
          <p:nvPr>
            <p:ph type="title"/>
          </p:nvPr>
        </p:nvSpPr>
        <p:spPr/>
        <p:txBody>
          <a:bodyPr/>
          <a:lstStyle/>
          <a:p>
            <a:r>
              <a:rPr lang="en-US" dirty="0"/>
              <a:t>Workforce Empowerment (WE)</a:t>
            </a:r>
          </a:p>
        </p:txBody>
      </p:sp>
      <p:sp>
        <p:nvSpPr>
          <p:cNvPr id="3" name="Content Placeholder 2">
            <a:extLst>
              <a:ext uri="{FF2B5EF4-FFF2-40B4-BE49-F238E27FC236}">
                <a16:creationId xmlns:a16="http://schemas.microsoft.com/office/drawing/2014/main" id="{97BF2D95-F8B8-A885-CC2D-0AFAE636EF3D}"/>
              </a:ext>
            </a:extLst>
          </p:cNvPr>
          <p:cNvSpPr>
            <a:spLocks noGrp="1"/>
          </p:cNvSpPr>
          <p:nvPr>
            <p:ph idx="1"/>
          </p:nvPr>
        </p:nvSpPr>
        <p:spPr/>
        <p:txBody>
          <a:bodyPr>
            <a:normAutofit/>
          </a:bodyPr>
          <a:lstStyle/>
          <a:p>
            <a:r>
              <a:rPr lang="en-US" sz="2200" b="1" dirty="0"/>
              <a:t>Intent: </a:t>
            </a:r>
            <a:r>
              <a:rPr lang="en-US" sz="2200" dirty="0"/>
              <a:t>Aligns the workforce to the organization’s business objectives and empowers individuals and workgroups to perform their roles efficiently and effectively.</a:t>
            </a:r>
          </a:p>
          <a:p>
            <a:r>
              <a:rPr lang="en-US" sz="2200" b="1" dirty="0"/>
              <a:t>Value: </a:t>
            </a:r>
            <a:r>
              <a:rPr lang="en-US" sz="2200" dirty="0"/>
              <a:t>Enhances the capability of the workforce to contribute to the success of the business.</a:t>
            </a:r>
          </a:p>
        </p:txBody>
      </p:sp>
      <p:sp>
        <p:nvSpPr>
          <p:cNvPr id="4" name="Content Placeholder 3">
            <a:extLst>
              <a:ext uri="{FF2B5EF4-FFF2-40B4-BE49-F238E27FC236}">
                <a16:creationId xmlns:a16="http://schemas.microsoft.com/office/drawing/2014/main" id="{80D6888E-3287-F1FE-2E03-0454B97022F4}"/>
              </a:ext>
            </a:extLst>
          </p:cNvPr>
          <p:cNvSpPr>
            <a:spLocks noGrp="1"/>
          </p:cNvSpPr>
          <p:nvPr>
            <p:ph idx="13"/>
          </p:nvPr>
        </p:nvSpPr>
        <p:spPr/>
        <p:txBody>
          <a:bodyPr/>
          <a:lstStyle/>
          <a:p>
            <a:r>
              <a:rPr lang="en-US" dirty="0"/>
              <a:t>Strengths:</a:t>
            </a:r>
          </a:p>
          <a:p>
            <a:endParaRPr lang="en-US" dirty="0"/>
          </a:p>
          <a:p>
            <a:endParaRPr lang="en-US" dirty="0"/>
          </a:p>
          <a:p>
            <a:r>
              <a:rPr lang="en-US" dirty="0"/>
              <a:t>Weaknesses: </a:t>
            </a:r>
          </a:p>
        </p:txBody>
      </p:sp>
      <p:pic>
        <p:nvPicPr>
          <p:cNvPr id="6" name="Picture 5" descr="A green hexagon with black and white logo&#10;&#10;Description automatically generated">
            <a:extLst>
              <a:ext uri="{FF2B5EF4-FFF2-40B4-BE49-F238E27FC236}">
                <a16:creationId xmlns:a16="http://schemas.microsoft.com/office/drawing/2014/main" id="{86B45636-2479-058F-2DC4-7C151A0EC1E9}"/>
              </a:ext>
            </a:extLst>
          </p:cNvPr>
          <p:cNvPicPr>
            <a:picLocks noChangeAspect="1"/>
          </p:cNvPicPr>
          <p:nvPr/>
        </p:nvPicPr>
        <p:blipFill>
          <a:blip r:embed="rId2"/>
          <a:stretch>
            <a:fillRect/>
          </a:stretch>
        </p:blipFill>
        <p:spPr>
          <a:xfrm>
            <a:off x="309242" y="126182"/>
            <a:ext cx="1221175" cy="1158550"/>
          </a:xfrm>
          <a:prstGeom prst="rect">
            <a:avLst/>
          </a:prstGeom>
        </p:spPr>
      </p:pic>
    </p:spTree>
    <p:extLst>
      <p:ext uri="{BB962C8B-B14F-4D97-AF65-F5344CB8AC3E}">
        <p14:creationId xmlns:p14="http://schemas.microsoft.com/office/powerpoint/2010/main" val="6834989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dirty="0"/>
              <a:t>Ratings</a:t>
            </a:r>
          </a:p>
        </p:txBody>
      </p:sp>
    </p:spTree>
    <p:extLst>
      <p:ext uri="{BB962C8B-B14F-4D97-AF65-F5344CB8AC3E}">
        <p14:creationId xmlns:p14="http://schemas.microsoft.com/office/powerpoint/2010/main" val="12094017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p:txBody>
          <a:bodyPr/>
          <a:lstStyle/>
          <a:p>
            <a:r>
              <a:rPr lang="en-US" dirty="0"/>
              <a:t>Ratings for &lt;OU Name&gt;</a:t>
            </a:r>
          </a:p>
        </p:txBody>
      </p:sp>
      <p:graphicFrame>
        <p:nvGraphicFramePr>
          <p:cNvPr id="4" name="Object 3">
            <a:extLst>
              <a:ext uri="{FF2B5EF4-FFF2-40B4-BE49-F238E27FC236}">
                <a16:creationId xmlns:a16="http://schemas.microsoft.com/office/drawing/2014/main" id="{5FA7267B-7C2F-2848-BFFF-6EDE4EF05024}"/>
              </a:ext>
            </a:extLst>
          </p:cNvPr>
          <p:cNvGraphicFramePr>
            <a:graphicFrameLocks noChangeAspect="1"/>
          </p:cNvGraphicFramePr>
          <p:nvPr>
            <p:extLst>
              <p:ext uri="{D42A27DB-BD31-4B8C-83A1-F6EECF244321}">
                <p14:modId xmlns:p14="http://schemas.microsoft.com/office/powerpoint/2010/main" val="2173283838"/>
              </p:ext>
            </p:extLst>
          </p:nvPr>
        </p:nvGraphicFramePr>
        <p:xfrm>
          <a:off x="1981199" y="942975"/>
          <a:ext cx="8078209" cy="5398108"/>
        </p:xfrm>
        <a:graphic>
          <a:graphicData uri="http://schemas.openxmlformats.org/presentationml/2006/ole">
            <mc:AlternateContent xmlns:mc="http://schemas.openxmlformats.org/markup-compatibility/2006">
              <mc:Choice xmlns:v="urn:schemas-microsoft-com:vml" Requires="v">
                <p:oleObj name="Worksheet" r:id="rId3" imgW="12564376" imgH="8394476" progId="Excel.Sheet.12">
                  <p:embed/>
                </p:oleObj>
              </mc:Choice>
              <mc:Fallback>
                <p:oleObj name="Worksheet" r:id="rId3" imgW="12564376" imgH="8394476" progId="Excel.Sheet.12">
                  <p:embed/>
                  <p:pic>
                    <p:nvPicPr>
                      <p:cNvPr id="4" name="Object 3">
                        <a:extLst>
                          <a:ext uri="{FF2B5EF4-FFF2-40B4-BE49-F238E27FC236}">
                            <a16:creationId xmlns:a16="http://schemas.microsoft.com/office/drawing/2014/main" id="{5FA7267B-7C2F-2848-BFFF-6EDE4EF05024}"/>
                          </a:ext>
                        </a:extLst>
                      </p:cNvPr>
                      <p:cNvPicPr/>
                      <p:nvPr/>
                    </p:nvPicPr>
                    <p:blipFill>
                      <a:blip r:embed="rId4"/>
                      <a:stretch>
                        <a:fillRect/>
                      </a:stretch>
                    </p:blipFill>
                    <p:spPr>
                      <a:xfrm>
                        <a:off x="1981199" y="942975"/>
                        <a:ext cx="8078209" cy="539810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3354467B-0A15-413B-AD13-015CACB8FEBF}"/>
              </a:ext>
            </a:extLst>
          </p:cNvPr>
          <p:cNvSpPr/>
          <p:nvPr/>
        </p:nvSpPr>
        <p:spPr>
          <a:xfrm>
            <a:off x="4302410" y="1059160"/>
            <a:ext cx="2930610"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EXAMPLE</a:t>
            </a:r>
          </a:p>
        </p:txBody>
      </p:sp>
    </p:spTree>
    <p:extLst>
      <p:ext uri="{BB962C8B-B14F-4D97-AF65-F5344CB8AC3E}">
        <p14:creationId xmlns:p14="http://schemas.microsoft.com/office/powerpoint/2010/main" val="40067351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D2171307-9004-194B-9398-1B155E182EBC}"/>
              </a:ext>
            </a:extLst>
          </p:cNvPr>
          <p:cNvSpPr>
            <a:spLocks noGrp="1" noChangeArrowheads="1"/>
          </p:cNvSpPr>
          <p:nvPr>
            <p:ph type="title"/>
          </p:nvPr>
        </p:nvSpPr>
        <p:spPr>
          <a:xfrm>
            <a:off x="561975" y="365126"/>
            <a:ext cx="10515600" cy="602284"/>
          </a:xfrm>
        </p:spPr>
        <p:txBody>
          <a:bodyPr/>
          <a:lstStyle/>
          <a:p>
            <a:r>
              <a:rPr lang="en-US" altLang="en-US" dirty="0"/>
              <a:t>Appraisal Team Affirmations: Signature Page</a:t>
            </a:r>
          </a:p>
        </p:txBody>
      </p:sp>
      <p:graphicFrame>
        <p:nvGraphicFramePr>
          <p:cNvPr id="234500" name="Group 4">
            <a:extLst>
              <a:ext uri="{FF2B5EF4-FFF2-40B4-BE49-F238E27FC236}">
                <a16:creationId xmlns:a16="http://schemas.microsoft.com/office/drawing/2014/main" id="{C66532AD-F098-7A40-BF76-36631F3FE36E}"/>
              </a:ext>
            </a:extLst>
          </p:cNvPr>
          <p:cNvGraphicFramePr>
            <a:graphicFrameLocks noGrp="1"/>
          </p:cNvGraphicFramePr>
          <p:nvPr>
            <p:ph idx="1"/>
            <p:extLst>
              <p:ext uri="{D42A27DB-BD31-4B8C-83A1-F6EECF244321}">
                <p14:modId xmlns:p14="http://schemas.microsoft.com/office/powerpoint/2010/main" val="2162804821"/>
              </p:ext>
            </p:extLst>
          </p:nvPr>
        </p:nvGraphicFramePr>
        <p:xfrm>
          <a:off x="704850" y="2009775"/>
          <a:ext cx="10515600" cy="4064004"/>
        </p:xfrm>
        <a:graphic>
          <a:graphicData uri="http://schemas.openxmlformats.org/drawingml/2006/table">
            <a:tbl>
              <a:tblPr/>
              <a:tblGrid>
                <a:gridCol w="1922537">
                  <a:extLst>
                    <a:ext uri="{9D8B030D-6E8A-4147-A177-3AD203B41FA5}">
                      <a16:colId xmlns:a16="http://schemas.microsoft.com/office/drawing/2014/main" val="20000"/>
                    </a:ext>
                  </a:extLst>
                </a:gridCol>
                <a:gridCol w="3277935">
                  <a:extLst>
                    <a:ext uri="{9D8B030D-6E8A-4147-A177-3AD203B41FA5}">
                      <a16:colId xmlns:a16="http://schemas.microsoft.com/office/drawing/2014/main" val="20001"/>
                    </a:ext>
                  </a:extLst>
                </a:gridCol>
                <a:gridCol w="3732465">
                  <a:extLst>
                    <a:ext uri="{9D8B030D-6E8A-4147-A177-3AD203B41FA5}">
                      <a16:colId xmlns:a16="http://schemas.microsoft.com/office/drawing/2014/main" val="20002"/>
                    </a:ext>
                  </a:extLst>
                </a:gridCol>
                <a:gridCol w="1582663">
                  <a:extLst>
                    <a:ext uri="{9D8B030D-6E8A-4147-A177-3AD203B41FA5}">
                      <a16:colId xmlns:a16="http://schemas.microsoft.com/office/drawing/2014/main" val="20003"/>
                    </a:ext>
                  </a:extLst>
                </a:gridCol>
              </a:tblGrid>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entury Gothic" pitchFamily="34" charset="0"/>
                        </a:rPr>
                        <a:t>Team Role</a:t>
                      </a: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entury Gothic" pitchFamily="34" charset="0"/>
                        </a:rPr>
                        <a:t>Name (printed/typed)</a:t>
                      </a: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entury Gothic" pitchFamily="34" charset="0"/>
                        </a:rPr>
                        <a:t>Signature</a:t>
                      </a: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Century Gothic" pitchFamily="34" charset="0"/>
                        </a:rPr>
                        <a:t>Date</a:t>
                      </a: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DDDDD"/>
                    </a:solidFill>
                  </a:tcPr>
                </a:tc>
                <a:extLst>
                  <a:ext uri="{0D108BD9-81ED-4DB2-BD59-A6C34878D82A}">
                    <a16:rowId xmlns:a16="http://schemas.microsoft.com/office/drawing/2014/main" val="10000"/>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0"/>
                  </a:ext>
                </a:extLst>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entury Gothic"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sp>
        <p:nvSpPr>
          <p:cNvPr id="47108" name="Rectangle 3">
            <a:extLst>
              <a:ext uri="{FF2B5EF4-FFF2-40B4-BE49-F238E27FC236}">
                <a16:creationId xmlns:a16="http://schemas.microsoft.com/office/drawing/2014/main" id="{97924523-D0AC-3F42-BB46-91A314A482F5}"/>
              </a:ext>
            </a:extLst>
          </p:cNvPr>
          <p:cNvSpPr>
            <a:spLocks noGrp="1" noChangeArrowheads="1"/>
          </p:cNvSpPr>
          <p:nvPr>
            <p:ph type="body" sz="half" idx="4294967295"/>
          </p:nvPr>
        </p:nvSpPr>
        <p:spPr>
          <a:xfrm>
            <a:off x="561975" y="1096963"/>
            <a:ext cx="11353800" cy="568325"/>
          </a:xfrm>
        </p:spPr>
        <p:txBody>
          <a:bodyPr>
            <a:noAutofit/>
          </a:bodyPr>
          <a:lstStyle/>
          <a:p>
            <a:pPr marL="0" indent="0">
              <a:buNone/>
            </a:pPr>
            <a:r>
              <a:rPr lang="en-US" altLang="en-US" sz="2400" dirty="0"/>
              <a:t>I support the findings in this presentation and affirm that to the best of my knowledge it represents an accurate portrayal of the state of the process in the appraised organization.</a:t>
            </a:r>
          </a:p>
        </p:txBody>
      </p:sp>
    </p:spTree>
    <p:extLst>
      <p:ext uri="{BB962C8B-B14F-4D97-AF65-F5344CB8AC3E}">
        <p14:creationId xmlns:p14="http://schemas.microsoft.com/office/powerpoint/2010/main" val="37383288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5"/>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3259417" y="647701"/>
            <a:ext cx="5154613" cy="515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7672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5bcabcf-d275-4206-9fb1-2f2d419cd22b">
      <Terms xmlns="http://schemas.microsoft.com/office/infopath/2007/PartnerControls"/>
    </lcf76f155ced4ddcb4097134ff3c332f>
    <TaxCatchAll xmlns="ec500478-62e0-46fc-87f1-cfa988e486b4" xsi:nil="true"/>
    <SharedWithUsers xmlns="ec500478-62e0-46fc-87f1-cfa988e486b4">
      <UserInfo>
        <DisplayName/>
        <AccountId xsi:nil="true"/>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041F74863103D4C9C3AA0A07291BB02" ma:contentTypeVersion="18" ma:contentTypeDescription="Create a new document." ma:contentTypeScope="" ma:versionID="acfac7a7740a1b2d1a4bdbff0c117f3f">
  <xsd:schema xmlns:xsd="http://www.w3.org/2001/XMLSchema" xmlns:xs="http://www.w3.org/2001/XMLSchema" xmlns:p="http://schemas.microsoft.com/office/2006/metadata/properties" xmlns:ns2="25bcabcf-d275-4206-9fb1-2f2d419cd22b" xmlns:ns3="ec500478-62e0-46fc-87f1-cfa988e486b4" targetNamespace="http://schemas.microsoft.com/office/2006/metadata/properties" ma:root="true" ma:fieldsID="f1327b100fd5e593709bdd676db08f29" ns2:_="" ns3:_="">
    <xsd:import namespace="25bcabcf-d275-4206-9fb1-2f2d419cd22b"/>
    <xsd:import namespace="ec500478-62e0-46fc-87f1-cfa988e486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cabcf-d275-4206-9fb1-2f2d419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f35f27a-c890-4130-b78e-bbe546ff31b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500478-62e0-46fc-87f1-cfa988e486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16b899e-718a-4501-bed1-5bdbb6269459}" ma:internalName="TaxCatchAll" ma:showField="CatchAllData" ma:web="ec500478-62e0-46fc-87f1-cfa988e48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B49826-D5EE-4D24-B649-7C3A19B527D2}">
  <ds:schemaRefs>
    <ds:schemaRef ds:uri="http://schemas.microsoft.com/sharepoint/v3/contenttype/forms"/>
  </ds:schemaRefs>
</ds:datastoreItem>
</file>

<file path=customXml/itemProps2.xml><?xml version="1.0" encoding="utf-8"?>
<ds:datastoreItem xmlns:ds="http://schemas.openxmlformats.org/officeDocument/2006/customXml" ds:itemID="{5F07B0D7-F930-4230-933E-ABA84959494E}">
  <ds:schemaRefs>
    <ds:schemaRef ds:uri="http://purl.org/dc/elements/1.1/"/>
    <ds:schemaRef ds:uri="http://purl.org/dc/dcmitype/"/>
    <ds:schemaRef ds:uri="http://purl.org/dc/terms/"/>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http://schemas.microsoft.com/office/infopath/2007/PartnerControls"/>
    <ds:schemaRef ds:uri="1211becf-e92d-41bc-9b18-95aabeb0945c"/>
    <ds:schemaRef ds:uri="b485b744-3759-4f6c-a4dc-84de157954fe"/>
  </ds:schemaRefs>
</ds:datastoreItem>
</file>

<file path=customXml/itemProps3.xml><?xml version="1.0" encoding="utf-8"?>
<ds:datastoreItem xmlns:ds="http://schemas.openxmlformats.org/officeDocument/2006/customXml" ds:itemID="{245C2459-813D-43C1-A115-F06E8C1E52AB}"/>
</file>

<file path=docProps/app.xml><?xml version="1.0" encoding="utf-8"?>
<Properties xmlns="http://schemas.openxmlformats.org/officeDocument/2006/extended-properties" xmlns:vt="http://schemas.openxmlformats.org/officeDocument/2006/docPropsVTypes">
  <TotalTime>2203</TotalTime>
  <Words>2489</Words>
  <Application>Microsoft Office PowerPoint</Application>
  <PresentationFormat>Widescreen</PresentationFormat>
  <Paragraphs>314</Paragraphs>
  <Slides>49</Slides>
  <Notes>13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6" baseType="lpstr">
      <vt:lpstr>Arial</vt:lpstr>
      <vt:lpstr>Calibri</vt:lpstr>
      <vt:lpstr>Calibri Light</vt:lpstr>
      <vt:lpstr>Century Gothic</vt:lpstr>
      <vt:lpstr>Wingdings</vt:lpstr>
      <vt:lpstr>Office Theme</vt:lpstr>
      <vt:lpstr>Worksheet</vt:lpstr>
      <vt:lpstr>Final Findings Template</vt:lpstr>
      <vt:lpstr>Appraisal Overview</vt:lpstr>
      <vt:lpstr>Appraisal Overview</vt:lpstr>
      <vt:lpstr>Business Objectives</vt:lpstr>
      <vt:lpstr>Appraisal Objectives</vt:lpstr>
      <vt:lpstr>Appraisal Team</vt:lpstr>
      <vt:lpstr>Appraisal Support Personnel</vt:lpstr>
      <vt:lpstr>Appraisal Scope: Model View</vt:lpstr>
      <vt:lpstr>Appraisal Scope: Organizational Scope</vt:lpstr>
      <vt:lpstr>Findings Definitions: Required Categories</vt:lpstr>
      <vt:lpstr>Findings Definitions: Optional Findings Categories</vt:lpstr>
      <vt:lpstr>PowerPoint Presentation</vt:lpstr>
      <vt:lpstr>Practice Area Findings</vt:lpstr>
      <vt:lpstr>Causal Analysis and Resolution (CAR)</vt:lpstr>
      <vt:lpstr>Causal Analysis and Resolution (CAR)</vt:lpstr>
      <vt:lpstr>Configuration Management (CM)</vt:lpstr>
      <vt:lpstr>Continuity (CONT)</vt:lpstr>
      <vt:lpstr>Data Management (DM)</vt:lpstr>
      <vt:lpstr>Data Quality (DQ)</vt:lpstr>
      <vt:lpstr>Decision Analysis and Resolution (DAR)</vt:lpstr>
      <vt:lpstr>Enabling Safety (ESAF)</vt:lpstr>
      <vt:lpstr>Enabling Security (ESEC)</vt:lpstr>
      <vt:lpstr>Enabling Virtual Work (EVW)</vt:lpstr>
      <vt:lpstr>Estimating (EST)</vt:lpstr>
      <vt:lpstr>Governance (GOV)</vt:lpstr>
      <vt:lpstr>Implementation Infrastructure (II)</vt:lpstr>
      <vt:lpstr>Incident Resolution and Prevention (IRP)</vt:lpstr>
      <vt:lpstr>Managing Performance and Measurement (MPM)</vt:lpstr>
      <vt:lpstr>Managing Security Threats and Vulnerabilities (MST)</vt:lpstr>
      <vt:lpstr>Monitor and Control (MC)</vt:lpstr>
      <vt:lpstr>Organizational Training (OT)</vt:lpstr>
      <vt:lpstr>Peer Reviews (PR)</vt:lpstr>
      <vt:lpstr>Planning (PLAN)</vt:lpstr>
      <vt:lpstr>Process Asset Development (PAD)</vt:lpstr>
      <vt:lpstr>Process Management (PCM)</vt:lpstr>
      <vt:lpstr>Process Quality Assurance (PQA)</vt:lpstr>
      <vt:lpstr>Product Integration (PI)</vt:lpstr>
      <vt:lpstr>Requirements Development and Management (RDM)</vt:lpstr>
      <vt:lpstr>Risk and Opportunity Management (RSK)</vt:lpstr>
      <vt:lpstr>Service Delivery Management (SDM)</vt:lpstr>
      <vt:lpstr>Strategic Service Management (STSM)</vt:lpstr>
      <vt:lpstr>Supplier Agreement Management (SAM)</vt:lpstr>
      <vt:lpstr>Technical Solution (TS)</vt:lpstr>
      <vt:lpstr>Verification and Validation (VV)</vt:lpstr>
      <vt:lpstr>Workforce Empowerment (WE)</vt:lpstr>
      <vt:lpstr>Ratings</vt:lpstr>
      <vt:lpstr>Ratings for &lt;OU Name&gt;</vt:lpstr>
      <vt:lpstr>Appraisal Team Affirmations: Signature Page</vt:lpstr>
      <vt:lpstr>PowerPoint Presentation</vt:lpstr>
    </vt:vector>
  </TitlesOfParts>
  <Company>ISACA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MDD-Toolkit-Appraisal Final Findings Template</dc:title>
  <dc:creator>ISACA</dc:creator>
  <cp:lastModifiedBy>Kileen Harrison</cp:lastModifiedBy>
  <cp:revision>8</cp:revision>
  <dcterms:created xsi:type="dcterms:W3CDTF">2018-03-14T12:19:45Z</dcterms:created>
  <dcterms:modified xsi:type="dcterms:W3CDTF">2023-12-18T16:20:56Z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0x010100F041F74863103D4C9C3AA0A07291BB02</vt:lpwstr>
  </property>
  <property fmtid="{D5CDD505-2E9C-101B-9397-08002B2CF9AE}" pid="3" name="xd_Signature">
    <vt:bool>false</vt:bool>
  </property>
  <property fmtid="{D5CDD505-2E9C-101B-9397-08002B2CF9AE}" pid="4" name="xd_ProgID">
    <vt:lpwstr/>
  </property>
  <property fmtid="{D5CDD505-2E9C-101B-9397-08002B2CF9AE}" pid="5" name="TemplateUrl">
    <vt:lpwstr/>
  </property>
  <property fmtid="{D5CDD505-2E9C-101B-9397-08002B2CF9AE}" pid="6" name="ComplianceAssetId">
    <vt:lpwstr/>
  </property>
  <property fmtid="{D5CDD505-2E9C-101B-9397-08002B2CF9AE}" pid="7" name="AuthorIds_UIVersion_3601">
    <vt:lpwstr>40</vt:lpwstr>
  </property>
  <property fmtid="{D5CDD505-2E9C-101B-9397-08002B2CF9AE}" pid="8" name="_ShortcutWebId">
    <vt:lpwstr/>
  </property>
  <property fmtid="{D5CDD505-2E9C-101B-9397-08002B2CF9AE}" pid="9" name="_ShortcutUniqueId">
    <vt:lpwstr/>
  </property>
  <property fmtid="{D5CDD505-2E9C-101B-9397-08002B2CF9AE}" pid="10" name="_ShortcutSiteId">
    <vt:lpwstr/>
  </property>
  <property fmtid="{D5CDD505-2E9C-101B-9397-08002B2CF9AE}" pid="12" name="Model Component">
    <vt:lpwstr>;#Toolkit;#</vt:lpwstr>
  </property>
  <property fmtid="{D5CDD505-2E9C-101B-9397-08002B2CF9AE}" pid="13" name="_ShortcutUrl">
    <vt:lpwstr/>
  </property>
  <property fmtid="{D5CDD505-2E9C-101B-9397-08002B2CF9AE}" pid="15" name="_ip_UnifiedCompliancePolicyProperties">
    <vt:lpwstr/>
  </property>
  <property fmtid="{D5CDD505-2E9C-101B-9397-08002B2CF9AE}" pid="16" name="_ip_UnifiedCompliancePolicyUIAction">
    <vt:lpwstr/>
  </property>
  <property fmtid="{D5CDD505-2E9C-101B-9397-08002B2CF9AE}" pid="17" name="Class Level">
    <vt:lpwstr>Building</vt:lpwstr>
  </property>
  <property fmtid="{D5CDD505-2E9C-101B-9397-08002B2CF9AE}" pid="18" name="MediaServiceImageTags">
    <vt:lpwstr/>
  </property>
  <property fmtid="{D5CDD505-2E9C-101B-9397-08002B2CF9AE}" pid="19" name="Class">
    <vt:lpwstr/>
  </property>
  <property fmtid="{D5CDD505-2E9C-101B-9397-08002B2CF9AE}" pid="20" name="Class Component">
    <vt:lpwstr/>
  </property>
  <property fmtid="{D5CDD505-2E9C-101B-9397-08002B2CF9AE}" pid="21" name="Order">
    <vt:r8>432300</vt:r8>
  </property>
  <property fmtid="{D5CDD505-2E9C-101B-9397-08002B2CF9AE}" pid="22" name="MediaServiceFastMetadata0">
    <vt:lpwstr/>
  </property>
  <property fmtid="{D5CDD505-2E9C-101B-9397-08002B2CF9AE}" pid="23" name="MediaServiceMetadata0">
    <vt:lpwstr/>
  </property>
  <property fmtid="{D5CDD505-2E9C-101B-9397-08002B2CF9AE}" pid="24" name="SharedWithUsers">
    <vt:lpwstr/>
  </property>
  <property fmtid="{D5CDD505-2E9C-101B-9397-08002B2CF9AE}" pid="25" name="_SourceUrl">
    <vt:lpwstr/>
  </property>
  <property fmtid="{D5CDD505-2E9C-101B-9397-08002B2CF9AE}" pid="26" name="_SharedFileIndex">
    <vt:lpwstr/>
  </property>
  <property fmtid="{D5CDD505-2E9C-101B-9397-08002B2CF9AE}" pid="28" name="_ExtendedDescription">
    <vt:lpwstr/>
  </property>
  <property fmtid="{D5CDD505-2E9C-101B-9397-08002B2CF9AE}" pid="29" name="MediaServiceKeyPoints0">
    <vt:lpwstr/>
  </property>
  <property fmtid="{D5CDD505-2E9C-101B-9397-08002B2CF9AE}" pid="30" name="TriggerFlowInfo">
    <vt:lpwstr/>
  </property>
  <property fmtid="{D5CDD505-2E9C-101B-9397-08002B2CF9AE}" pid="31" name="MediaServiceAutoKeyPoints0">
    <vt:lpwstr/>
  </property>
</Properties>
</file>
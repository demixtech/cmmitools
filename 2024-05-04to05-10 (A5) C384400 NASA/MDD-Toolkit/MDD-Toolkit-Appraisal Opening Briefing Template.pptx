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911" r:id="rId6"/>
    <p:sldId id="270" r:id="rId7"/>
    <p:sldId id="913" r:id="rId8"/>
    <p:sldId id="273" r:id="rId9"/>
    <p:sldId id="310" r:id="rId10"/>
    <p:sldId id="916" r:id="rId11"/>
    <p:sldId id="274" r:id="rId12"/>
    <p:sldId id="914" r:id="rId13"/>
    <p:sldId id="923" r:id="rId14"/>
    <p:sldId id="922" r:id="rId15"/>
    <p:sldId id="921" r:id="rId16"/>
    <p:sldId id="29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817D1D-FEAA-7E54-3D84-A4E26347BA90}" name="Kileen Harrison" initials="KH" userId="S::kharrison@isaca.org::89ac2612-4752-4200-addf-974bba16874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4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  <p:cmAuthor id="2" name="Ron Lear" initials="RL" lastIdx="1" clrIdx="1">
    <p:extLst>
      <p:ext uri="{19B8F6BF-5375-455C-9EA6-DF929625EA0E}">
        <p15:presenceInfo xmlns:p15="http://schemas.microsoft.com/office/powerpoint/2012/main" userId="S::rlear@cmmiinstitute.com::338f57af-0007-450a-ae6b-2e1bd8cff304" providerId="AD"/>
      </p:ext>
    </p:extLst>
  </p:cmAuthor>
  <p:cmAuthor id="3" name="Kileen Harrison" initials="KH [2]" lastIdx="3" clrIdx="2">
    <p:extLst>
      <p:ext uri="{19B8F6BF-5375-455C-9EA6-DF929625EA0E}">
        <p15:presenceInfo xmlns:p15="http://schemas.microsoft.com/office/powerpoint/2012/main" userId="S::kharrison@isaca.org::89ac2612-4752-4200-addf-974bba16874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C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DB18C3-32C8-4AD2-8489-6316219EEBFC}" v="3" dt="2023-12-18T16:28:58.2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12"/>
    <p:restoredTop sz="84841" autoAdjust="0"/>
  </p:normalViewPr>
  <p:slideViewPr>
    <p:cSldViewPr snapToGrid="0">
      <p:cViewPr>
        <p:scale>
          <a:sx n="70" d="100"/>
          <a:sy n="70" d="100"/>
        </p:scale>
        <p:origin x="140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leen Harrison" userId="89ac2612-4752-4200-addf-974bba168746" providerId="ADAL" clId="{FA7FE0A7-507F-488A-A413-82ABA7355246}"/>
    <pc:docChg chg="modSld">
      <pc:chgData name="Kileen Harrison" userId="89ac2612-4752-4200-addf-974bba168746" providerId="ADAL" clId="{FA7FE0A7-507F-488A-A413-82ABA7355246}" dt="2022-08-31T21:49:35.404" v="14"/>
      <pc:docMkLst>
        <pc:docMk/>
      </pc:docMkLst>
      <pc:sldChg chg="modSp mod">
        <pc:chgData name="Kileen Harrison" userId="89ac2612-4752-4200-addf-974bba168746" providerId="ADAL" clId="{FA7FE0A7-507F-488A-A413-82ABA7355246}" dt="2022-08-30T17:30:15.676" v="11" actId="20577"/>
        <pc:sldMkLst>
          <pc:docMk/>
          <pc:sldMk cId="2361070337" sldId="274"/>
        </pc:sldMkLst>
        <pc:spChg chg="mod">
          <ac:chgData name="Kileen Harrison" userId="89ac2612-4752-4200-addf-974bba168746" providerId="ADAL" clId="{FA7FE0A7-507F-488A-A413-82ABA7355246}" dt="2022-08-30T17:30:15.676" v="11" actId="20577"/>
          <ac:spMkLst>
            <pc:docMk/>
            <pc:sldMk cId="2361070337" sldId="274"/>
            <ac:spMk id="5" creationId="{00000000-0000-0000-0000-000000000000}"/>
          </ac:spMkLst>
        </pc:spChg>
      </pc:sldChg>
      <pc:sldChg chg="modSp addCm delCm">
        <pc:chgData name="Kileen Harrison" userId="89ac2612-4752-4200-addf-974bba168746" providerId="ADAL" clId="{FA7FE0A7-507F-488A-A413-82ABA7355246}" dt="2022-08-31T21:49:35.404" v="14"/>
        <pc:sldMkLst>
          <pc:docMk/>
          <pc:sldMk cId="3113447121" sldId="923"/>
        </pc:sldMkLst>
        <pc:picChg chg="mod">
          <ac:chgData name="Kileen Harrison" userId="89ac2612-4752-4200-addf-974bba168746" providerId="ADAL" clId="{FA7FE0A7-507F-488A-A413-82ABA7355246}" dt="2022-08-31T21:49:26.994" v="13" actId="14826"/>
          <ac:picMkLst>
            <pc:docMk/>
            <pc:sldMk cId="3113447121" sldId="923"/>
            <ac:picMk id="11" creationId="{8087F5E9-5235-42D9-AB16-246083373A4A}"/>
          </ac:picMkLst>
        </pc:picChg>
      </pc:sldChg>
    </pc:docChg>
  </pc:docChgLst>
  <pc:docChgLst>
    <pc:chgData name="Kileen Harrison" userId="89ac2612-4752-4200-addf-974bba168746" providerId="ADAL" clId="{897A802A-EC69-482E-9D84-6E8E722FEDCB}"/>
    <pc:docChg chg="modSld modMainMaster">
      <pc:chgData name="Kileen Harrison" userId="89ac2612-4752-4200-addf-974bba168746" providerId="ADAL" clId="{897A802A-EC69-482E-9D84-6E8E722FEDCB}" dt="2022-07-12T18:04:03.946" v="21" actId="20577"/>
      <pc:docMkLst>
        <pc:docMk/>
      </pc:docMkLst>
      <pc:sldChg chg="modSp mod">
        <pc:chgData name="Kileen Harrison" userId="89ac2612-4752-4200-addf-974bba168746" providerId="ADAL" clId="{897A802A-EC69-482E-9D84-6E8E722FEDCB}" dt="2022-07-12T18:02:33.544" v="9" actId="20577"/>
        <pc:sldMkLst>
          <pc:docMk/>
          <pc:sldMk cId="2658625538" sldId="256"/>
        </pc:sldMkLst>
        <pc:spChg chg="mod">
          <ac:chgData name="Kileen Harrison" userId="89ac2612-4752-4200-addf-974bba168746" providerId="ADAL" clId="{897A802A-EC69-482E-9D84-6E8E722FEDCB}" dt="2022-07-12T18:02:33.544" v="9" actId="20577"/>
          <ac:spMkLst>
            <pc:docMk/>
            <pc:sldMk cId="2658625538" sldId="256"/>
            <ac:spMk id="3" creationId="{4A744A72-6422-8E46-A8FD-67BB1284C871}"/>
          </ac:spMkLst>
        </pc:spChg>
      </pc:sldChg>
      <pc:sldChg chg="modSp mod">
        <pc:chgData name="Kileen Harrison" userId="89ac2612-4752-4200-addf-974bba168746" providerId="ADAL" clId="{897A802A-EC69-482E-9D84-6E8E722FEDCB}" dt="2022-07-12T18:04:03.946" v="21" actId="20577"/>
        <pc:sldMkLst>
          <pc:docMk/>
          <pc:sldMk cId="153801817" sldId="921"/>
        </pc:sldMkLst>
        <pc:spChg chg="mod">
          <ac:chgData name="Kileen Harrison" userId="89ac2612-4752-4200-addf-974bba168746" providerId="ADAL" clId="{897A802A-EC69-482E-9D84-6E8E722FEDCB}" dt="2022-07-12T18:04:03.946" v="21" actId="20577"/>
          <ac:spMkLst>
            <pc:docMk/>
            <pc:sldMk cId="153801817" sldId="921"/>
            <ac:spMk id="3" creationId="{1227F53E-C6C4-4047-8705-CE3501708C1F}"/>
          </ac:spMkLst>
        </pc:spChg>
      </pc:sldChg>
      <pc:sldMasterChg chg="modSp mod">
        <pc:chgData name="Kileen Harrison" userId="89ac2612-4752-4200-addf-974bba168746" providerId="ADAL" clId="{897A802A-EC69-482E-9D84-6E8E722FEDCB}" dt="2022-07-12T18:03:20.394" v="11" actId="20577"/>
        <pc:sldMasterMkLst>
          <pc:docMk/>
          <pc:sldMasterMk cId="991517703" sldId="2147483648"/>
        </pc:sldMasterMkLst>
        <pc:spChg chg="mod">
          <ac:chgData name="Kileen Harrison" userId="89ac2612-4752-4200-addf-974bba168746" providerId="ADAL" clId="{897A802A-EC69-482E-9D84-6E8E722FEDCB}" dt="2022-07-12T18:03:20.394" v="11" actId="20577"/>
          <ac:spMkLst>
            <pc:docMk/>
            <pc:sldMasterMk cId="991517703" sldId="2147483648"/>
            <ac:spMk id="7" creationId="{0BEA8E99-D66C-4D84-8E9C-18D607522D88}"/>
          </ac:spMkLst>
        </pc:spChg>
      </pc:sldMasterChg>
    </pc:docChg>
  </pc:docChgLst>
  <pc:docChgLst>
    <pc:chgData name="Kathryn Tate" userId="S::ktate@cmmiinstitute.com::00fdc2d0-2359-42b5-812f-6d73ee0a9128" providerId="AD" clId="Web-{5DA6DD26-29B5-61D8-8102-E5121B012945}"/>
    <pc:docChg chg="sldOrd">
      <pc:chgData name="Kathryn Tate" userId="S::ktate@cmmiinstitute.com::00fdc2d0-2359-42b5-812f-6d73ee0a9128" providerId="AD" clId="Web-{5DA6DD26-29B5-61D8-8102-E5121B012945}" dt="2019-08-31T05:29:18.525" v="0"/>
      <pc:docMkLst>
        <pc:docMk/>
      </pc:docMkLst>
      <pc:sldChg chg="ord">
        <pc:chgData name="Kathryn Tate" userId="S::ktate@cmmiinstitute.com::00fdc2d0-2359-42b5-812f-6d73ee0a9128" providerId="AD" clId="Web-{5DA6DD26-29B5-61D8-8102-E5121B012945}" dt="2019-08-31T05:29:18.525" v="0"/>
        <pc:sldMkLst>
          <pc:docMk/>
          <pc:sldMk cId="1107672657" sldId="298"/>
        </pc:sldMkLst>
      </pc:sldChg>
    </pc:docChg>
  </pc:docChgLst>
  <pc:docChgLst>
    <pc:chgData name="Heather Petchel" userId="5be30b89-8f72-4b86-9ad2-ed0efffa3449" providerId="ADAL" clId="{006B2DE5-A4FF-4127-B1EF-5C900CC261EB}"/>
    <pc:docChg chg="modSld modMainMaster">
      <pc:chgData name="Heather Petchel" userId="5be30b89-8f72-4b86-9ad2-ed0efffa3449" providerId="ADAL" clId="{006B2DE5-A4FF-4127-B1EF-5C900CC261EB}" dt="2023-10-31T17:49:59.408" v="33" actId="20577"/>
      <pc:docMkLst>
        <pc:docMk/>
      </pc:docMkLst>
      <pc:sldChg chg="modSp mod">
        <pc:chgData name="Heather Petchel" userId="5be30b89-8f72-4b86-9ad2-ed0efffa3449" providerId="ADAL" clId="{006B2DE5-A4FF-4127-B1EF-5C900CC261EB}" dt="2023-10-31T17:48:14.811" v="1" actId="20577"/>
        <pc:sldMkLst>
          <pc:docMk/>
          <pc:sldMk cId="2391473198" sldId="270"/>
        </pc:sldMkLst>
        <pc:spChg chg="mod">
          <ac:chgData name="Heather Petchel" userId="5be30b89-8f72-4b86-9ad2-ed0efffa3449" providerId="ADAL" clId="{006B2DE5-A4FF-4127-B1EF-5C900CC261EB}" dt="2023-10-31T17:48:14.811" v="1" actId="20577"/>
          <ac:spMkLst>
            <pc:docMk/>
            <pc:sldMk cId="2391473198" sldId="270"/>
            <ac:spMk id="13314" creationId="{00000000-0000-0000-0000-000000000000}"/>
          </ac:spMkLst>
        </pc:spChg>
      </pc:sldChg>
      <pc:sldChg chg="modSp mod">
        <pc:chgData name="Heather Petchel" userId="5be30b89-8f72-4b86-9ad2-ed0efffa3449" providerId="ADAL" clId="{006B2DE5-A4FF-4127-B1EF-5C900CC261EB}" dt="2023-10-31T17:49:59.408" v="33" actId="20577"/>
        <pc:sldMkLst>
          <pc:docMk/>
          <pc:sldMk cId="3522117893" sldId="916"/>
        </pc:sldMkLst>
        <pc:spChg chg="mod">
          <ac:chgData name="Heather Petchel" userId="5be30b89-8f72-4b86-9ad2-ed0efffa3449" providerId="ADAL" clId="{006B2DE5-A4FF-4127-B1EF-5C900CC261EB}" dt="2023-10-31T17:49:59.408" v="33" actId="20577"/>
          <ac:spMkLst>
            <pc:docMk/>
            <pc:sldMk cId="3522117893" sldId="916"/>
            <ac:spMk id="15362" creationId="{00000000-0000-0000-0000-000000000000}"/>
          </ac:spMkLst>
        </pc:spChg>
      </pc:sldChg>
      <pc:sldMasterChg chg="modSp mod">
        <pc:chgData name="Heather Petchel" userId="5be30b89-8f72-4b86-9ad2-ed0efffa3449" providerId="ADAL" clId="{006B2DE5-A4FF-4127-B1EF-5C900CC261EB}" dt="2023-10-31T17:47:54.293" v="0" actId="20577"/>
        <pc:sldMasterMkLst>
          <pc:docMk/>
          <pc:sldMasterMk cId="991517703" sldId="2147483648"/>
        </pc:sldMasterMkLst>
        <pc:spChg chg="mod">
          <ac:chgData name="Heather Petchel" userId="5be30b89-8f72-4b86-9ad2-ed0efffa3449" providerId="ADAL" clId="{006B2DE5-A4FF-4127-B1EF-5C900CC261EB}" dt="2023-10-31T17:47:54.293" v="0" actId="20577"/>
          <ac:spMkLst>
            <pc:docMk/>
            <pc:sldMasterMk cId="991517703" sldId="2147483648"/>
            <ac:spMk id="7" creationId="{0BEA8E99-D66C-4D84-8E9C-18D607522D88}"/>
          </ac:spMkLst>
        </pc:spChg>
      </pc:sldMasterChg>
    </pc:docChg>
  </pc:docChgLst>
  <pc:docChgLst>
    <pc:chgData name="Ron Lear" userId="34ba870d-fd3c-4795-add5-1569c59a2d46" providerId="ADAL" clId="{DA86FBFE-4F9C-0B4C-8476-2D02226513D1}"/>
    <pc:docChg chg="custSel modSld">
      <pc:chgData name="Ron Lear" userId="34ba870d-fd3c-4795-add5-1569c59a2d46" providerId="ADAL" clId="{DA86FBFE-4F9C-0B4C-8476-2D02226513D1}" dt="2020-12-18T19:48:03.767" v="212" actId="1592"/>
      <pc:docMkLst>
        <pc:docMk/>
      </pc:docMkLst>
      <pc:sldChg chg="modSp mod">
        <pc:chgData name="Ron Lear" userId="34ba870d-fd3c-4795-add5-1569c59a2d46" providerId="ADAL" clId="{DA86FBFE-4F9C-0B4C-8476-2D02226513D1}" dt="2020-12-18T19:45:11.175" v="15" actId="207"/>
        <pc:sldMkLst>
          <pc:docMk/>
          <pc:sldMk cId="2391473198" sldId="270"/>
        </pc:sldMkLst>
        <pc:spChg chg="mod">
          <ac:chgData name="Ron Lear" userId="34ba870d-fd3c-4795-add5-1569c59a2d46" providerId="ADAL" clId="{DA86FBFE-4F9C-0B4C-8476-2D02226513D1}" dt="2020-12-18T19:45:11.175" v="15" actId="207"/>
          <ac:spMkLst>
            <pc:docMk/>
            <pc:sldMk cId="2391473198" sldId="270"/>
            <ac:spMk id="13314" creationId="{00000000-0000-0000-0000-000000000000}"/>
          </ac:spMkLst>
        </pc:spChg>
      </pc:sldChg>
      <pc:sldChg chg="modSp mod delCm">
        <pc:chgData name="Ron Lear" userId="34ba870d-fd3c-4795-add5-1569c59a2d46" providerId="ADAL" clId="{DA86FBFE-4F9C-0B4C-8476-2D02226513D1}" dt="2020-12-18T19:48:03.767" v="212" actId="1592"/>
        <pc:sldMkLst>
          <pc:docMk/>
          <pc:sldMk cId="1113740600" sldId="273"/>
        </pc:sldMkLst>
        <pc:spChg chg="mod">
          <ac:chgData name="Ron Lear" userId="34ba870d-fd3c-4795-add5-1569c59a2d46" providerId="ADAL" clId="{DA86FBFE-4F9C-0B4C-8476-2D02226513D1}" dt="2020-12-18T19:46:04.461" v="87" actId="20577"/>
          <ac:spMkLst>
            <pc:docMk/>
            <pc:sldMk cId="1113740600" sldId="273"/>
            <ac:spMk id="19458" creationId="{00000000-0000-0000-0000-000000000000}"/>
          </ac:spMkLst>
        </pc:spChg>
      </pc:sldChg>
      <pc:sldChg chg="modSp mod">
        <pc:chgData name="Ron Lear" userId="34ba870d-fd3c-4795-add5-1569c59a2d46" providerId="ADAL" clId="{DA86FBFE-4F9C-0B4C-8476-2D02226513D1}" dt="2020-12-18T19:46:27.887" v="91" actId="207"/>
        <pc:sldMkLst>
          <pc:docMk/>
          <pc:sldMk cId="2361070337" sldId="274"/>
        </pc:sldMkLst>
        <pc:spChg chg="mod">
          <ac:chgData name="Ron Lear" userId="34ba870d-fd3c-4795-add5-1569c59a2d46" providerId="ADAL" clId="{DA86FBFE-4F9C-0B4C-8476-2D02226513D1}" dt="2020-12-18T19:46:27.887" v="91" actId="207"/>
          <ac:spMkLst>
            <pc:docMk/>
            <pc:sldMk cId="2361070337" sldId="274"/>
            <ac:spMk id="5" creationId="{00000000-0000-0000-0000-000000000000}"/>
          </ac:spMkLst>
        </pc:spChg>
      </pc:sldChg>
      <pc:sldChg chg="modSp mod">
        <pc:chgData name="Ron Lear" userId="34ba870d-fd3c-4795-add5-1569c59a2d46" providerId="ADAL" clId="{DA86FBFE-4F9C-0B4C-8476-2D02226513D1}" dt="2020-12-18T19:46:17.627" v="90" actId="207"/>
        <pc:sldMkLst>
          <pc:docMk/>
          <pc:sldMk cId="483676438" sldId="310"/>
        </pc:sldMkLst>
        <pc:spChg chg="mod">
          <ac:chgData name="Ron Lear" userId="34ba870d-fd3c-4795-add5-1569c59a2d46" providerId="ADAL" clId="{DA86FBFE-4F9C-0B4C-8476-2D02226513D1}" dt="2020-12-18T19:46:17.627" v="90" actId="207"/>
          <ac:spMkLst>
            <pc:docMk/>
            <pc:sldMk cId="483676438" sldId="310"/>
            <ac:spMk id="15362" creationId="{00000000-0000-0000-0000-000000000000}"/>
          </ac:spMkLst>
        </pc:spChg>
      </pc:sldChg>
      <pc:sldChg chg="delCm">
        <pc:chgData name="Ron Lear" userId="34ba870d-fd3c-4795-add5-1569c59a2d46" providerId="ADAL" clId="{DA86FBFE-4F9C-0B4C-8476-2D02226513D1}" dt="2020-12-18T19:47:57.376" v="211" actId="1592"/>
        <pc:sldMkLst>
          <pc:docMk/>
          <pc:sldMk cId="148595327" sldId="913"/>
        </pc:sldMkLst>
      </pc:sldChg>
      <pc:sldChg chg="modSp mod">
        <pc:chgData name="Ron Lear" userId="34ba870d-fd3c-4795-add5-1569c59a2d46" providerId="ADAL" clId="{DA86FBFE-4F9C-0B4C-8476-2D02226513D1}" dt="2020-12-18T19:46:42.500" v="93" actId="207"/>
        <pc:sldMkLst>
          <pc:docMk/>
          <pc:sldMk cId="2024739362" sldId="915"/>
        </pc:sldMkLst>
        <pc:spChg chg="mod">
          <ac:chgData name="Ron Lear" userId="34ba870d-fd3c-4795-add5-1569c59a2d46" providerId="ADAL" clId="{DA86FBFE-4F9C-0B4C-8476-2D02226513D1}" dt="2020-12-18T19:46:42.500" v="93" actId="207"/>
          <ac:spMkLst>
            <pc:docMk/>
            <pc:sldMk cId="2024739362" sldId="915"/>
            <ac:spMk id="5" creationId="{00000000-0000-0000-0000-000000000000}"/>
          </ac:spMkLst>
        </pc:spChg>
      </pc:sldChg>
      <pc:sldChg chg="modSp mod">
        <pc:chgData name="Ron Lear" userId="34ba870d-fd3c-4795-add5-1569c59a2d46" providerId="ADAL" clId="{DA86FBFE-4F9C-0B4C-8476-2D02226513D1}" dt="2020-12-18T19:47:37.544" v="210" actId="20577"/>
        <pc:sldMkLst>
          <pc:docMk/>
          <pc:sldMk cId="153801817" sldId="921"/>
        </pc:sldMkLst>
        <pc:spChg chg="mod">
          <ac:chgData name="Ron Lear" userId="34ba870d-fd3c-4795-add5-1569c59a2d46" providerId="ADAL" clId="{DA86FBFE-4F9C-0B4C-8476-2D02226513D1}" dt="2020-12-18T19:47:37.544" v="210" actId="20577"/>
          <ac:spMkLst>
            <pc:docMk/>
            <pc:sldMk cId="153801817" sldId="921"/>
            <ac:spMk id="3" creationId="{1227F53E-C6C4-4047-8705-CE3501708C1F}"/>
          </ac:spMkLst>
        </pc:spChg>
      </pc:sldChg>
    </pc:docChg>
  </pc:docChgLst>
  <pc:docChgLst>
    <pc:chgData name="Kileen Harrison" userId="89ac2612-4752-4200-addf-974bba168746" providerId="ADAL" clId="{BC59B14B-0074-48F6-9601-C8F2C450677B}"/>
    <pc:docChg chg="custSel modSld">
      <pc:chgData name="Kileen Harrison" userId="89ac2612-4752-4200-addf-974bba168746" providerId="ADAL" clId="{BC59B14B-0074-48F6-9601-C8F2C450677B}" dt="2020-10-21T20:05:17.757" v="70" actId="14826"/>
      <pc:docMkLst>
        <pc:docMk/>
      </pc:docMkLst>
      <pc:sldChg chg="addCm modCm">
        <pc:chgData name="Kileen Harrison" userId="89ac2612-4752-4200-addf-974bba168746" providerId="ADAL" clId="{BC59B14B-0074-48F6-9601-C8F2C450677B}" dt="2020-10-21T19:52:57.954" v="3"/>
        <pc:sldMkLst>
          <pc:docMk/>
          <pc:sldMk cId="2658625538" sldId="256"/>
        </pc:sldMkLst>
      </pc:sldChg>
      <pc:sldChg chg="modSp mod">
        <pc:chgData name="Kileen Harrison" userId="89ac2612-4752-4200-addf-974bba168746" providerId="ADAL" clId="{BC59B14B-0074-48F6-9601-C8F2C450677B}" dt="2020-10-21T20:01:04.802" v="33" actId="400"/>
        <pc:sldMkLst>
          <pc:docMk/>
          <pc:sldMk cId="2391473198" sldId="270"/>
        </pc:sldMkLst>
        <pc:spChg chg="mod">
          <ac:chgData name="Kileen Harrison" userId="89ac2612-4752-4200-addf-974bba168746" providerId="ADAL" clId="{BC59B14B-0074-48F6-9601-C8F2C450677B}" dt="2020-10-21T20:01:04.802" v="33" actId="400"/>
          <ac:spMkLst>
            <pc:docMk/>
            <pc:sldMk cId="2391473198" sldId="270"/>
            <ac:spMk id="13314" creationId="{00000000-0000-0000-0000-000000000000}"/>
          </ac:spMkLst>
        </pc:spChg>
      </pc:sldChg>
      <pc:sldChg chg="modSp mod">
        <pc:chgData name="Kileen Harrison" userId="89ac2612-4752-4200-addf-974bba168746" providerId="ADAL" clId="{BC59B14B-0074-48F6-9601-C8F2C450677B}" dt="2020-10-21T20:03:54.614" v="60" actId="207"/>
        <pc:sldMkLst>
          <pc:docMk/>
          <pc:sldMk cId="2361070337" sldId="274"/>
        </pc:sldMkLst>
        <pc:spChg chg="mod">
          <ac:chgData name="Kileen Harrison" userId="89ac2612-4752-4200-addf-974bba168746" providerId="ADAL" clId="{BC59B14B-0074-48F6-9601-C8F2C450677B}" dt="2020-10-21T20:03:54.614" v="60" actId="207"/>
          <ac:spMkLst>
            <pc:docMk/>
            <pc:sldMk cId="2361070337" sldId="274"/>
            <ac:spMk id="5" creationId="{00000000-0000-0000-0000-000000000000}"/>
          </ac:spMkLst>
        </pc:spChg>
      </pc:sldChg>
      <pc:sldChg chg="modSp mod">
        <pc:chgData name="Kileen Harrison" userId="89ac2612-4752-4200-addf-974bba168746" providerId="ADAL" clId="{BC59B14B-0074-48F6-9601-C8F2C450677B}" dt="2020-10-21T20:02:18.350" v="41" actId="207"/>
        <pc:sldMkLst>
          <pc:docMk/>
          <pc:sldMk cId="483676438" sldId="310"/>
        </pc:sldMkLst>
        <pc:spChg chg="mod">
          <ac:chgData name="Kileen Harrison" userId="89ac2612-4752-4200-addf-974bba168746" providerId="ADAL" clId="{BC59B14B-0074-48F6-9601-C8F2C450677B}" dt="2020-10-21T20:02:18.350" v="41" actId="207"/>
          <ac:spMkLst>
            <pc:docMk/>
            <pc:sldMk cId="483676438" sldId="310"/>
            <ac:spMk id="15362" creationId="{00000000-0000-0000-0000-000000000000}"/>
          </ac:spMkLst>
        </pc:spChg>
      </pc:sldChg>
      <pc:sldChg chg="modSp mod">
        <pc:chgData name="Kileen Harrison" userId="89ac2612-4752-4200-addf-974bba168746" providerId="ADAL" clId="{BC59B14B-0074-48F6-9601-C8F2C450677B}" dt="2020-10-21T20:04:48.376" v="69" actId="400"/>
        <pc:sldMkLst>
          <pc:docMk/>
          <pc:sldMk cId="2024739362" sldId="915"/>
        </pc:sldMkLst>
        <pc:spChg chg="mod">
          <ac:chgData name="Kileen Harrison" userId="89ac2612-4752-4200-addf-974bba168746" providerId="ADAL" clId="{BC59B14B-0074-48F6-9601-C8F2C450677B}" dt="2020-10-21T20:04:48.376" v="69" actId="400"/>
          <ac:spMkLst>
            <pc:docMk/>
            <pc:sldMk cId="2024739362" sldId="915"/>
            <ac:spMk id="5" creationId="{00000000-0000-0000-0000-000000000000}"/>
          </ac:spMkLst>
        </pc:spChg>
      </pc:sldChg>
      <pc:sldChg chg="modSp">
        <pc:chgData name="Kileen Harrison" userId="89ac2612-4752-4200-addf-974bba168746" providerId="ADAL" clId="{BC59B14B-0074-48F6-9601-C8F2C450677B}" dt="2020-10-21T20:05:17.757" v="70" actId="14826"/>
        <pc:sldMkLst>
          <pc:docMk/>
          <pc:sldMk cId="3113447121" sldId="923"/>
        </pc:sldMkLst>
        <pc:picChg chg="mod">
          <ac:chgData name="Kileen Harrison" userId="89ac2612-4752-4200-addf-974bba168746" providerId="ADAL" clId="{BC59B14B-0074-48F6-9601-C8F2C450677B}" dt="2020-10-21T20:05:17.757" v="70" actId="14826"/>
          <ac:picMkLst>
            <pc:docMk/>
            <pc:sldMk cId="3113447121" sldId="923"/>
            <ac:picMk id="11" creationId="{8087F5E9-5235-42D9-AB16-246083373A4A}"/>
          </ac:picMkLst>
        </pc:picChg>
      </pc:sldChg>
    </pc:docChg>
  </pc:docChgLst>
  <pc:docChgLst>
    <pc:chgData name="Jennifer Nuessen" userId="f3510c20-912a-427b-b845-0a6871564ca7" providerId="ADAL" clId="{BBA3BF90-5598-4CD0-B7E9-77899F4A6727}"/>
    <pc:docChg chg="modSld modMainMaster">
      <pc:chgData name="Jennifer Nuessen" userId="f3510c20-912a-427b-b845-0a6871564ca7" providerId="ADAL" clId="{BBA3BF90-5598-4CD0-B7E9-77899F4A6727}" dt="2023-08-24T13:20:49.650" v="7" actId="20577"/>
      <pc:docMkLst>
        <pc:docMk/>
      </pc:docMkLst>
      <pc:sldChg chg="addSp delSp modSp mod">
        <pc:chgData name="Jennifer Nuessen" userId="f3510c20-912a-427b-b845-0a6871564ca7" providerId="ADAL" clId="{BBA3BF90-5598-4CD0-B7E9-77899F4A6727}" dt="2023-08-23T21:12:55.284" v="6" actId="478"/>
        <pc:sldMkLst>
          <pc:docMk/>
          <pc:sldMk cId="3113447121" sldId="923"/>
        </pc:sldMkLst>
        <pc:picChg chg="add mod ord">
          <ac:chgData name="Jennifer Nuessen" userId="f3510c20-912a-427b-b845-0a6871564ca7" providerId="ADAL" clId="{BBA3BF90-5598-4CD0-B7E9-77899F4A6727}" dt="2023-08-23T21:12:52.672" v="5" actId="167"/>
          <ac:picMkLst>
            <pc:docMk/>
            <pc:sldMk cId="3113447121" sldId="923"/>
            <ac:picMk id="3" creationId="{20AFB86F-F314-2808-D124-99FF9729F446}"/>
          </ac:picMkLst>
        </pc:picChg>
        <pc:picChg chg="del mod">
          <ac:chgData name="Jennifer Nuessen" userId="f3510c20-912a-427b-b845-0a6871564ca7" providerId="ADAL" clId="{BBA3BF90-5598-4CD0-B7E9-77899F4A6727}" dt="2023-08-23T21:12:55.284" v="6" actId="478"/>
          <ac:picMkLst>
            <pc:docMk/>
            <pc:sldMk cId="3113447121" sldId="923"/>
            <ac:picMk id="11" creationId="{8087F5E9-5235-42D9-AB16-246083373A4A}"/>
          </ac:picMkLst>
        </pc:picChg>
      </pc:sldChg>
      <pc:sldMasterChg chg="modSp mod">
        <pc:chgData name="Jennifer Nuessen" userId="f3510c20-912a-427b-b845-0a6871564ca7" providerId="ADAL" clId="{BBA3BF90-5598-4CD0-B7E9-77899F4A6727}" dt="2023-08-24T13:20:49.650" v="7" actId="20577"/>
        <pc:sldMasterMkLst>
          <pc:docMk/>
          <pc:sldMasterMk cId="991517703" sldId="2147483648"/>
        </pc:sldMasterMkLst>
        <pc:spChg chg="mod">
          <ac:chgData name="Jennifer Nuessen" userId="f3510c20-912a-427b-b845-0a6871564ca7" providerId="ADAL" clId="{BBA3BF90-5598-4CD0-B7E9-77899F4A6727}" dt="2023-08-24T13:20:49.650" v="7" actId="20577"/>
          <ac:spMkLst>
            <pc:docMk/>
            <pc:sldMasterMk cId="991517703" sldId="2147483648"/>
            <ac:spMk id="7" creationId="{0BEA8E99-D66C-4D84-8E9C-18D607522D88}"/>
          </ac:spMkLst>
        </pc:spChg>
      </pc:sldMasterChg>
    </pc:docChg>
  </pc:docChgLst>
  <pc:docChgLst>
    <pc:chgData name="Ron Lear" userId="338f57af-0007-450a-ae6b-2e1bd8cff304" providerId="ADAL" clId="{71437DA0-1680-984F-8C99-D2A161BD3C18}"/>
    <pc:docChg chg="undo custSel modSld">
      <pc:chgData name="Ron Lear" userId="338f57af-0007-450a-ae6b-2e1bd8cff304" providerId="ADAL" clId="{71437DA0-1680-984F-8C99-D2A161BD3C18}" dt="2019-07-29T18:28:19.469" v="85" actId="1592"/>
      <pc:docMkLst>
        <pc:docMk/>
      </pc:docMkLst>
      <pc:sldChg chg="modSp delCm">
        <pc:chgData name="Ron Lear" userId="338f57af-0007-450a-ae6b-2e1bd8cff304" providerId="ADAL" clId="{71437DA0-1680-984F-8C99-D2A161BD3C18}" dt="2019-07-29T18:27:58.440" v="82" actId="1592"/>
        <pc:sldMkLst>
          <pc:docMk/>
          <pc:sldMk cId="2658625538" sldId="256"/>
        </pc:sldMkLst>
        <pc:spChg chg="mod">
          <ac:chgData name="Ron Lear" userId="338f57af-0007-450a-ae6b-2e1bd8cff304" providerId="ADAL" clId="{71437DA0-1680-984F-8C99-D2A161BD3C18}" dt="2019-07-29T18:18:03.210" v="1" actId="27636"/>
          <ac:spMkLst>
            <pc:docMk/>
            <pc:sldMk cId="2658625538" sldId="256"/>
            <ac:spMk id="3" creationId="{4A744A72-6422-8E46-A8FD-67BB1284C871}"/>
          </ac:spMkLst>
        </pc:spChg>
      </pc:sldChg>
      <pc:sldChg chg="delCm">
        <pc:chgData name="Ron Lear" userId="338f57af-0007-450a-ae6b-2e1bd8cff304" providerId="ADAL" clId="{71437DA0-1680-984F-8C99-D2A161BD3C18}" dt="2019-07-29T18:28:04.113" v="83" actId="1592"/>
        <pc:sldMkLst>
          <pc:docMk/>
          <pc:sldMk cId="483676438" sldId="310"/>
        </pc:sldMkLst>
      </pc:sldChg>
      <pc:sldChg chg="modSp delCm">
        <pc:chgData name="Ron Lear" userId="338f57af-0007-450a-ae6b-2e1bd8cff304" providerId="ADAL" clId="{71437DA0-1680-984F-8C99-D2A161BD3C18}" dt="2019-07-29T18:28:13.417" v="84" actId="1592"/>
        <pc:sldMkLst>
          <pc:docMk/>
          <pc:sldMk cId="2226382953" sldId="914"/>
        </pc:sldMkLst>
        <pc:spChg chg="mod">
          <ac:chgData name="Ron Lear" userId="338f57af-0007-450a-ae6b-2e1bd8cff304" providerId="ADAL" clId="{71437DA0-1680-984F-8C99-D2A161BD3C18}" dt="2019-07-29T18:25:25.554" v="80" actId="20577"/>
          <ac:spMkLst>
            <pc:docMk/>
            <pc:sldMk cId="2226382953" sldId="914"/>
            <ac:spMk id="5" creationId="{00000000-0000-0000-0000-000000000000}"/>
          </ac:spMkLst>
        </pc:spChg>
      </pc:sldChg>
      <pc:sldChg chg="modSp">
        <pc:chgData name="Ron Lear" userId="338f57af-0007-450a-ae6b-2e1bd8cff304" providerId="ADAL" clId="{71437DA0-1680-984F-8C99-D2A161BD3C18}" dt="2019-07-29T18:24:23.253" v="68" actId="20577"/>
        <pc:sldMkLst>
          <pc:docMk/>
          <pc:sldMk cId="3522117893" sldId="916"/>
        </pc:sldMkLst>
        <pc:spChg chg="mod">
          <ac:chgData name="Ron Lear" userId="338f57af-0007-450a-ae6b-2e1bd8cff304" providerId="ADAL" clId="{71437DA0-1680-984F-8C99-D2A161BD3C18}" dt="2019-07-29T18:24:23.253" v="68" actId="20577"/>
          <ac:spMkLst>
            <pc:docMk/>
            <pc:sldMk cId="3522117893" sldId="916"/>
            <ac:spMk id="15362" creationId="{00000000-0000-0000-0000-000000000000}"/>
          </ac:spMkLst>
        </pc:spChg>
      </pc:sldChg>
      <pc:sldChg chg="addCm delCm">
        <pc:chgData name="Ron Lear" userId="338f57af-0007-450a-ae6b-2e1bd8cff304" providerId="ADAL" clId="{71437DA0-1680-984F-8C99-D2A161BD3C18}" dt="2019-07-29T18:28:19.469" v="85" actId="1592"/>
        <pc:sldMkLst>
          <pc:docMk/>
          <pc:sldMk cId="3733032675" sldId="922"/>
        </pc:sldMkLst>
      </pc:sldChg>
    </pc:docChg>
  </pc:docChgLst>
  <pc:docChgLst>
    <pc:chgData name="Kileen Harrison" userId="066fb363-8edf-4a5b-8ebc-c72612b5523d" providerId="ADAL" clId="{A4E9609A-FE34-4F99-B4AF-EC799F73A133}"/>
    <pc:docChg chg="custSel modSld">
      <pc:chgData name="Kileen Harrison" userId="066fb363-8edf-4a5b-8ebc-c72612b5523d" providerId="ADAL" clId="{A4E9609A-FE34-4F99-B4AF-EC799F73A133}" dt="2019-07-08T16:50:38.035" v="60" actId="1592"/>
      <pc:docMkLst>
        <pc:docMk/>
      </pc:docMkLst>
      <pc:sldChg chg="modSp addCm delCm modCm">
        <pc:chgData name="Kileen Harrison" userId="066fb363-8edf-4a5b-8ebc-c72612b5523d" providerId="ADAL" clId="{A4E9609A-FE34-4F99-B4AF-EC799F73A133}" dt="2019-07-08T16:50:38.035" v="60" actId="1592"/>
        <pc:sldMkLst>
          <pc:docMk/>
          <pc:sldMk cId="2658625538" sldId="256"/>
        </pc:sldMkLst>
        <pc:spChg chg="mod">
          <ac:chgData name="Kileen Harrison" userId="066fb363-8edf-4a5b-8ebc-c72612b5523d" providerId="ADAL" clId="{A4E9609A-FE34-4F99-B4AF-EC799F73A133}" dt="2019-06-11T19:07:37.194" v="37" actId="20577"/>
          <ac:spMkLst>
            <pc:docMk/>
            <pc:sldMk cId="2658625538" sldId="256"/>
            <ac:spMk id="3" creationId="{4A744A72-6422-8E46-A8FD-67BB1284C871}"/>
          </ac:spMkLst>
        </pc:spChg>
      </pc:sldChg>
      <pc:sldChg chg="modSp addCm modCm">
        <pc:chgData name="Kileen Harrison" userId="066fb363-8edf-4a5b-8ebc-c72612b5523d" providerId="ADAL" clId="{A4E9609A-FE34-4F99-B4AF-EC799F73A133}" dt="2019-06-24T21:44:38.636" v="58"/>
        <pc:sldMkLst>
          <pc:docMk/>
          <pc:sldMk cId="483676438" sldId="310"/>
        </pc:sldMkLst>
        <pc:spChg chg="mod">
          <ac:chgData name="Kileen Harrison" userId="066fb363-8edf-4a5b-8ebc-c72612b5523d" providerId="ADAL" clId="{A4E9609A-FE34-4F99-B4AF-EC799F73A133}" dt="2019-06-24T21:44:24.154" v="56" actId="20577"/>
          <ac:spMkLst>
            <pc:docMk/>
            <pc:sldMk cId="483676438" sldId="310"/>
            <ac:spMk id="15362" creationId="{00000000-0000-0000-0000-000000000000}"/>
          </ac:spMkLst>
        </pc:spChg>
      </pc:sldChg>
      <pc:sldChg chg="modSp addCm modCm">
        <pc:chgData name="Kileen Harrison" userId="066fb363-8edf-4a5b-8ebc-c72612b5523d" providerId="ADAL" clId="{A4E9609A-FE34-4F99-B4AF-EC799F73A133}" dt="2019-06-17T20:58:54.005" v="54"/>
        <pc:sldMkLst>
          <pc:docMk/>
          <pc:sldMk cId="2226382953" sldId="914"/>
        </pc:sldMkLst>
        <pc:spChg chg="mod">
          <ac:chgData name="Kileen Harrison" userId="066fb363-8edf-4a5b-8ebc-c72612b5523d" providerId="ADAL" clId="{A4E9609A-FE34-4F99-B4AF-EC799F73A133}" dt="2019-06-11T19:08:12.525" v="50" actId="20577"/>
          <ac:spMkLst>
            <pc:docMk/>
            <pc:sldMk cId="2226382953" sldId="914"/>
            <ac:spMk id="5" creationId="{00000000-0000-0000-0000-000000000000}"/>
          </ac:spMkLst>
        </pc:spChg>
      </pc:sldChg>
    </pc:docChg>
  </pc:docChgLst>
  <pc:docChgLst>
    <pc:chgData name="Kileen Harrison" userId="89ac2612-4752-4200-addf-974bba168746" providerId="ADAL" clId="{1E58AA74-4A18-4C10-98A1-9A43232032E6}"/>
    <pc:docChg chg="custSel modSld modMainMaster">
      <pc:chgData name="Kileen Harrison" userId="89ac2612-4752-4200-addf-974bba168746" providerId="ADAL" clId="{1E58AA74-4A18-4C10-98A1-9A43232032E6}" dt="2020-11-02T18:00:40.162" v="83" actId="478"/>
      <pc:docMkLst>
        <pc:docMk/>
      </pc:docMkLst>
      <pc:sldChg chg="modSp mod delCm">
        <pc:chgData name="Kileen Harrison" userId="89ac2612-4752-4200-addf-974bba168746" providerId="ADAL" clId="{1E58AA74-4A18-4C10-98A1-9A43232032E6}" dt="2020-11-02T17:49:42.207" v="2" actId="20577"/>
        <pc:sldMkLst>
          <pc:docMk/>
          <pc:sldMk cId="2658625538" sldId="256"/>
        </pc:sldMkLst>
        <pc:spChg chg="mod">
          <ac:chgData name="Kileen Harrison" userId="89ac2612-4752-4200-addf-974bba168746" providerId="ADAL" clId="{1E58AA74-4A18-4C10-98A1-9A43232032E6}" dt="2020-11-02T17:49:42.207" v="2" actId="20577"/>
          <ac:spMkLst>
            <pc:docMk/>
            <pc:sldMk cId="2658625538" sldId="256"/>
            <ac:spMk id="3" creationId="{4A744A72-6422-8E46-A8FD-67BB1284C871}"/>
          </ac:spMkLst>
        </pc:spChg>
      </pc:sldChg>
      <pc:sldChg chg="modSp mod addCm modCm">
        <pc:chgData name="Kileen Harrison" userId="89ac2612-4752-4200-addf-974bba168746" providerId="ADAL" clId="{1E58AA74-4A18-4C10-98A1-9A43232032E6}" dt="2020-11-02T17:56:10.028" v="79" actId="20577"/>
        <pc:sldMkLst>
          <pc:docMk/>
          <pc:sldMk cId="1113740600" sldId="273"/>
        </pc:sldMkLst>
        <pc:spChg chg="mod">
          <ac:chgData name="Kileen Harrison" userId="89ac2612-4752-4200-addf-974bba168746" providerId="ADAL" clId="{1E58AA74-4A18-4C10-98A1-9A43232032E6}" dt="2020-11-02T17:56:10.028" v="79" actId="20577"/>
          <ac:spMkLst>
            <pc:docMk/>
            <pc:sldMk cId="1113740600" sldId="273"/>
            <ac:spMk id="19458" creationId="{00000000-0000-0000-0000-000000000000}"/>
          </ac:spMkLst>
        </pc:spChg>
      </pc:sldChg>
      <pc:sldChg chg="delSp mod">
        <pc:chgData name="Kileen Harrison" userId="89ac2612-4752-4200-addf-974bba168746" providerId="ADAL" clId="{1E58AA74-4A18-4C10-98A1-9A43232032E6}" dt="2020-11-02T18:00:40.162" v="83" actId="478"/>
        <pc:sldMkLst>
          <pc:docMk/>
          <pc:sldMk cId="3098931767" sldId="911"/>
        </pc:sldMkLst>
        <pc:spChg chg="del">
          <ac:chgData name="Kileen Harrison" userId="89ac2612-4752-4200-addf-974bba168746" providerId="ADAL" clId="{1E58AA74-4A18-4C10-98A1-9A43232032E6}" dt="2020-11-02T18:00:40.162" v="83" actId="478"/>
          <ac:spMkLst>
            <pc:docMk/>
            <pc:sldMk cId="3098931767" sldId="911"/>
            <ac:spMk id="12" creationId="{00000000-0000-0000-0000-000000000000}"/>
          </ac:spMkLst>
        </pc:spChg>
      </pc:sldChg>
      <pc:sldChg chg="modSp mod addCm modCm">
        <pc:chgData name="Kileen Harrison" userId="89ac2612-4752-4200-addf-974bba168746" providerId="ADAL" clId="{1E58AA74-4A18-4C10-98A1-9A43232032E6}" dt="2020-11-02T17:55:29.330" v="45"/>
        <pc:sldMkLst>
          <pc:docMk/>
          <pc:sldMk cId="148595327" sldId="913"/>
        </pc:sldMkLst>
        <pc:spChg chg="mod">
          <ac:chgData name="Kileen Harrison" userId="89ac2612-4752-4200-addf-974bba168746" providerId="ADAL" clId="{1E58AA74-4A18-4C10-98A1-9A43232032E6}" dt="2020-11-02T17:55:02.568" v="37" actId="20577"/>
          <ac:spMkLst>
            <pc:docMk/>
            <pc:sldMk cId="148595327" sldId="913"/>
            <ac:spMk id="19458" creationId="{00000000-0000-0000-0000-000000000000}"/>
          </ac:spMkLst>
        </pc:spChg>
      </pc:sldChg>
      <pc:sldMasterChg chg="modSldLayout">
        <pc:chgData name="Kileen Harrison" userId="89ac2612-4752-4200-addf-974bba168746" providerId="ADAL" clId="{1E58AA74-4A18-4C10-98A1-9A43232032E6}" dt="2020-11-02T17:58:23.774" v="82" actId="478"/>
        <pc:sldMasterMkLst>
          <pc:docMk/>
          <pc:sldMasterMk cId="991517703" sldId="2147483648"/>
        </pc:sldMasterMkLst>
        <pc:sldLayoutChg chg="delSp mod">
          <pc:chgData name="Kileen Harrison" userId="89ac2612-4752-4200-addf-974bba168746" providerId="ADAL" clId="{1E58AA74-4A18-4C10-98A1-9A43232032E6}" dt="2020-11-02T17:58:23.774" v="82" actId="478"/>
          <pc:sldLayoutMkLst>
            <pc:docMk/>
            <pc:sldMasterMk cId="991517703" sldId="2147483648"/>
            <pc:sldLayoutMk cId="1305045964" sldId="2147483650"/>
          </pc:sldLayoutMkLst>
          <pc:spChg chg="del">
            <ac:chgData name="Kileen Harrison" userId="89ac2612-4752-4200-addf-974bba168746" providerId="ADAL" clId="{1E58AA74-4A18-4C10-98A1-9A43232032E6}" dt="2020-11-02T17:58:14.364" v="80" actId="478"/>
            <ac:spMkLst>
              <pc:docMk/>
              <pc:sldMasterMk cId="991517703" sldId="2147483648"/>
              <pc:sldLayoutMk cId="1305045964" sldId="2147483650"/>
              <ac:spMk id="4" creationId="{4276875F-5565-9C4B-9C34-CF10E9AF4D21}"/>
            </ac:spMkLst>
          </pc:spChg>
          <pc:spChg chg="del">
            <ac:chgData name="Kileen Harrison" userId="89ac2612-4752-4200-addf-974bba168746" providerId="ADAL" clId="{1E58AA74-4A18-4C10-98A1-9A43232032E6}" dt="2020-11-02T17:58:18.004" v="81" actId="478"/>
            <ac:spMkLst>
              <pc:docMk/>
              <pc:sldMasterMk cId="991517703" sldId="2147483648"/>
              <pc:sldLayoutMk cId="1305045964" sldId="2147483650"/>
              <ac:spMk id="5" creationId="{5F200C84-321C-CA46-AFFF-A44641541CC4}"/>
            </ac:spMkLst>
          </pc:spChg>
          <pc:spChg chg="del">
            <ac:chgData name="Kileen Harrison" userId="89ac2612-4752-4200-addf-974bba168746" providerId="ADAL" clId="{1E58AA74-4A18-4C10-98A1-9A43232032E6}" dt="2020-11-02T17:58:23.774" v="82" actId="478"/>
            <ac:spMkLst>
              <pc:docMk/>
              <pc:sldMasterMk cId="991517703" sldId="2147483648"/>
              <pc:sldLayoutMk cId="1305045964" sldId="2147483650"/>
              <ac:spMk id="6" creationId="{65A6AEAF-91C6-5347-A3FD-0DE152DB5B59}"/>
            </ac:spMkLst>
          </pc:spChg>
        </pc:sldLayoutChg>
      </pc:sldMasterChg>
    </pc:docChg>
  </pc:docChgLst>
  <pc:docChgLst>
    <pc:chgData name="Marc Freeman" userId="c70cd2ec-aa0d-47c4-be46-12f5bcb838c9" providerId="ADAL" clId="{7DC599B3-729A-4186-A3D1-66162E656286}"/>
    <pc:docChg chg="modSld sldOrd">
      <pc:chgData name="Marc Freeman" userId="c70cd2ec-aa0d-47c4-be46-12f5bcb838c9" providerId="ADAL" clId="{7DC599B3-729A-4186-A3D1-66162E656286}" dt="2021-01-27T15:41:24.348" v="1"/>
      <pc:docMkLst>
        <pc:docMk/>
      </pc:docMkLst>
      <pc:sldChg chg="ord">
        <pc:chgData name="Marc Freeman" userId="c70cd2ec-aa0d-47c4-be46-12f5bcb838c9" providerId="ADAL" clId="{7DC599B3-729A-4186-A3D1-66162E656286}" dt="2021-01-27T15:41:24.348" v="1"/>
        <pc:sldMkLst>
          <pc:docMk/>
          <pc:sldMk cId="3733032675" sldId="922"/>
        </pc:sldMkLst>
      </pc:sldChg>
    </pc:docChg>
  </pc:docChgLst>
  <pc:docChgLst>
    <pc:chgData name="Kileen Harrison" userId="066fb363-8edf-4a5b-8ebc-c72612b5523d" providerId="ADAL" clId="{5F9D986F-36A9-416A-844C-DD61A1F8F0E9}"/>
    <pc:docChg chg="modSld">
      <pc:chgData name="Kileen Harrison" userId="066fb363-8edf-4a5b-8ebc-c72612b5523d" providerId="ADAL" clId="{5F9D986F-36A9-416A-844C-DD61A1F8F0E9}" dt="2019-09-05T17:01:58.132" v="1" actId="14826"/>
      <pc:docMkLst>
        <pc:docMk/>
      </pc:docMkLst>
      <pc:sldChg chg="modSp">
        <pc:chgData name="Kileen Harrison" userId="066fb363-8edf-4a5b-8ebc-c72612b5523d" providerId="ADAL" clId="{5F9D986F-36A9-416A-844C-DD61A1F8F0E9}" dt="2019-08-26T13:44:26.197" v="0" actId="20577"/>
        <pc:sldMkLst>
          <pc:docMk/>
          <pc:sldMk cId="2361070337" sldId="274"/>
        </pc:sldMkLst>
        <pc:spChg chg="mod">
          <ac:chgData name="Kileen Harrison" userId="066fb363-8edf-4a5b-8ebc-c72612b5523d" providerId="ADAL" clId="{5F9D986F-36A9-416A-844C-DD61A1F8F0E9}" dt="2019-08-26T13:44:26.197" v="0" actId="20577"/>
          <ac:spMkLst>
            <pc:docMk/>
            <pc:sldMk cId="2361070337" sldId="274"/>
            <ac:spMk id="5" creationId="{00000000-0000-0000-0000-000000000000}"/>
          </ac:spMkLst>
        </pc:spChg>
      </pc:sldChg>
      <pc:sldChg chg="modSp">
        <pc:chgData name="Kileen Harrison" userId="066fb363-8edf-4a5b-8ebc-c72612b5523d" providerId="ADAL" clId="{5F9D986F-36A9-416A-844C-DD61A1F8F0E9}" dt="2019-09-05T17:01:58.132" v="1" actId="14826"/>
        <pc:sldMkLst>
          <pc:docMk/>
          <pc:sldMk cId="1107672657" sldId="298"/>
        </pc:sldMkLst>
        <pc:picChg chg="mod">
          <ac:chgData name="Kileen Harrison" userId="066fb363-8edf-4a5b-8ebc-c72612b5523d" providerId="ADAL" clId="{5F9D986F-36A9-416A-844C-DD61A1F8F0E9}" dt="2019-09-05T17:01:58.132" v="1" actId="14826"/>
          <ac:picMkLst>
            <pc:docMk/>
            <pc:sldMk cId="1107672657" sldId="298"/>
            <ac:picMk id="65538" creationId="{00000000-0000-0000-0000-000000000000}"/>
          </ac:picMkLst>
        </pc:picChg>
      </pc:sldChg>
    </pc:docChg>
  </pc:docChgLst>
  <pc:docChgLst>
    <pc:chgData name="Kileen Harrison" userId="89ac2612-4752-4200-addf-974bba168746" providerId="ADAL" clId="{8DDB18C3-32C8-4AD2-8489-6316219EEBFC}"/>
    <pc:docChg chg="custSel delSld modSld">
      <pc:chgData name="Kileen Harrison" userId="89ac2612-4752-4200-addf-974bba168746" providerId="ADAL" clId="{8DDB18C3-32C8-4AD2-8489-6316219EEBFC}" dt="2023-12-18T16:29:34.136" v="625" actId="6549"/>
      <pc:docMkLst>
        <pc:docMk/>
      </pc:docMkLst>
      <pc:sldChg chg="modSp mod">
        <pc:chgData name="Kileen Harrison" userId="89ac2612-4752-4200-addf-974bba168746" providerId="ADAL" clId="{8DDB18C3-32C8-4AD2-8489-6316219EEBFC}" dt="2023-12-18T16:24:13.764" v="337" actId="27636"/>
        <pc:sldMkLst>
          <pc:docMk/>
          <pc:sldMk cId="2658625538" sldId="256"/>
        </pc:sldMkLst>
        <pc:spChg chg="mod">
          <ac:chgData name="Kileen Harrison" userId="89ac2612-4752-4200-addf-974bba168746" providerId="ADAL" clId="{8DDB18C3-32C8-4AD2-8489-6316219EEBFC}" dt="2023-12-18T16:24:13.764" v="337" actId="27636"/>
          <ac:spMkLst>
            <pc:docMk/>
            <pc:sldMk cId="2658625538" sldId="256"/>
            <ac:spMk id="3" creationId="{4A744A72-6422-8E46-A8FD-67BB1284C871}"/>
          </ac:spMkLst>
        </pc:spChg>
      </pc:sldChg>
      <pc:sldChg chg="modNotesTx">
        <pc:chgData name="Kileen Harrison" userId="89ac2612-4752-4200-addf-974bba168746" providerId="ADAL" clId="{8DDB18C3-32C8-4AD2-8489-6316219EEBFC}" dt="2023-12-13T21:03:18.828" v="183" actId="20577"/>
        <pc:sldMkLst>
          <pc:docMk/>
          <pc:sldMk cId="2391473198" sldId="270"/>
        </pc:sldMkLst>
      </pc:sldChg>
      <pc:sldChg chg="modSp mod">
        <pc:chgData name="Kileen Harrison" userId="89ac2612-4752-4200-addf-974bba168746" providerId="ADAL" clId="{8DDB18C3-32C8-4AD2-8489-6316219EEBFC}" dt="2023-12-18T16:24:49.016" v="343" actId="20577"/>
        <pc:sldMkLst>
          <pc:docMk/>
          <pc:sldMk cId="1113740600" sldId="273"/>
        </pc:sldMkLst>
        <pc:spChg chg="mod">
          <ac:chgData name="Kileen Harrison" userId="89ac2612-4752-4200-addf-974bba168746" providerId="ADAL" clId="{8DDB18C3-32C8-4AD2-8489-6316219EEBFC}" dt="2023-12-18T16:24:49.016" v="343" actId="20577"/>
          <ac:spMkLst>
            <pc:docMk/>
            <pc:sldMk cId="1113740600" sldId="273"/>
            <ac:spMk id="19458" creationId="{00000000-0000-0000-0000-000000000000}"/>
          </ac:spMkLst>
        </pc:spChg>
      </pc:sldChg>
      <pc:sldChg chg="modSp mod modNotesTx">
        <pc:chgData name="Kileen Harrison" userId="89ac2612-4752-4200-addf-974bba168746" providerId="ADAL" clId="{8DDB18C3-32C8-4AD2-8489-6316219EEBFC}" dt="2023-12-18T16:25:29.372" v="350"/>
        <pc:sldMkLst>
          <pc:docMk/>
          <pc:sldMk cId="2361070337" sldId="274"/>
        </pc:sldMkLst>
        <pc:spChg chg="mod">
          <ac:chgData name="Kileen Harrison" userId="89ac2612-4752-4200-addf-974bba168746" providerId="ADAL" clId="{8DDB18C3-32C8-4AD2-8489-6316219EEBFC}" dt="2023-12-18T16:25:29.372" v="350"/>
          <ac:spMkLst>
            <pc:docMk/>
            <pc:sldMk cId="2361070337" sldId="274"/>
            <ac:spMk id="5" creationId="{00000000-0000-0000-0000-000000000000}"/>
          </ac:spMkLst>
        </pc:spChg>
        <pc:spChg chg="mod">
          <ac:chgData name="Kileen Harrison" userId="89ac2612-4752-4200-addf-974bba168746" providerId="ADAL" clId="{8DDB18C3-32C8-4AD2-8489-6316219EEBFC}" dt="2023-12-13T21:06:48.873" v="259" actId="20577"/>
          <ac:spMkLst>
            <pc:docMk/>
            <pc:sldMk cId="2361070337" sldId="274"/>
            <ac:spMk id="21505" creationId="{00000000-0000-0000-0000-000000000000}"/>
          </ac:spMkLst>
        </pc:spChg>
      </pc:sldChg>
      <pc:sldChg chg="modNotesTx">
        <pc:chgData name="Kileen Harrison" userId="89ac2612-4752-4200-addf-974bba168746" providerId="ADAL" clId="{8DDB18C3-32C8-4AD2-8489-6316219EEBFC}" dt="2023-12-13T21:04:08.893" v="184" actId="6549"/>
        <pc:sldMkLst>
          <pc:docMk/>
          <pc:sldMk cId="483676438" sldId="310"/>
        </pc:sldMkLst>
      </pc:sldChg>
      <pc:sldChg chg="modNotesTx">
        <pc:chgData name="Kileen Harrison" userId="89ac2612-4752-4200-addf-974bba168746" providerId="ADAL" clId="{8DDB18C3-32C8-4AD2-8489-6316219EEBFC}" dt="2023-12-13T21:02:18.424" v="149" actId="6549"/>
        <pc:sldMkLst>
          <pc:docMk/>
          <pc:sldMk cId="3098931767" sldId="911"/>
        </pc:sldMkLst>
      </pc:sldChg>
      <pc:sldChg chg="modSp mod">
        <pc:chgData name="Kileen Harrison" userId="89ac2612-4752-4200-addf-974bba168746" providerId="ADAL" clId="{8DDB18C3-32C8-4AD2-8489-6316219EEBFC}" dt="2023-12-18T16:24:42.239" v="340" actId="20577"/>
        <pc:sldMkLst>
          <pc:docMk/>
          <pc:sldMk cId="148595327" sldId="913"/>
        </pc:sldMkLst>
        <pc:spChg chg="mod">
          <ac:chgData name="Kileen Harrison" userId="89ac2612-4752-4200-addf-974bba168746" providerId="ADAL" clId="{8DDB18C3-32C8-4AD2-8489-6316219EEBFC}" dt="2023-12-18T16:24:42.239" v="340" actId="20577"/>
          <ac:spMkLst>
            <pc:docMk/>
            <pc:sldMk cId="148595327" sldId="913"/>
            <ac:spMk id="19458" creationId="{00000000-0000-0000-0000-000000000000}"/>
          </ac:spMkLst>
        </pc:spChg>
      </pc:sldChg>
      <pc:sldChg chg="modSp mod">
        <pc:chgData name="Kileen Harrison" userId="89ac2612-4752-4200-addf-974bba168746" providerId="ADAL" clId="{8DDB18C3-32C8-4AD2-8489-6316219EEBFC}" dt="2023-12-18T16:26:02.804" v="353"/>
        <pc:sldMkLst>
          <pc:docMk/>
          <pc:sldMk cId="2226382953" sldId="914"/>
        </pc:sldMkLst>
        <pc:spChg chg="mod">
          <ac:chgData name="Kileen Harrison" userId="89ac2612-4752-4200-addf-974bba168746" providerId="ADAL" clId="{8DDB18C3-32C8-4AD2-8489-6316219EEBFC}" dt="2023-12-18T16:26:02.804" v="353"/>
          <ac:spMkLst>
            <pc:docMk/>
            <pc:sldMk cId="2226382953" sldId="914"/>
            <ac:spMk id="5" creationId="{00000000-0000-0000-0000-000000000000}"/>
          </ac:spMkLst>
        </pc:spChg>
      </pc:sldChg>
      <pc:sldChg chg="del modNotesTx">
        <pc:chgData name="Kileen Harrison" userId="89ac2612-4752-4200-addf-974bba168746" providerId="ADAL" clId="{8DDB18C3-32C8-4AD2-8489-6316219EEBFC}" dt="2023-12-18T16:26:12.501" v="354" actId="47"/>
        <pc:sldMkLst>
          <pc:docMk/>
          <pc:sldMk cId="2024739362" sldId="915"/>
        </pc:sldMkLst>
      </pc:sldChg>
      <pc:sldChg chg="modSp mod">
        <pc:chgData name="Kileen Harrison" userId="89ac2612-4752-4200-addf-974bba168746" providerId="ADAL" clId="{8DDB18C3-32C8-4AD2-8489-6316219EEBFC}" dt="2023-12-18T16:25:02.224" v="346" actId="20577"/>
        <pc:sldMkLst>
          <pc:docMk/>
          <pc:sldMk cId="3522117893" sldId="916"/>
        </pc:sldMkLst>
        <pc:spChg chg="mod">
          <ac:chgData name="Kileen Harrison" userId="89ac2612-4752-4200-addf-974bba168746" providerId="ADAL" clId="{8DDB18C3-32C8-4AD2-8489-6316219EEBFC}" dt="2023-12-18T16:25:02.224" v="346" actId="20577"/>
          <ac:spMkLst>
            <pc:docMk/>
            <pc:sldMk cId="3522117893" sldId="916"/>
            <ac:spMk id="15362" creationId="{00000000-0000-0000-0000-000000000000}"/>
          </ac:spMkLst>
        </pc:spChg>
      </pc:sldChg>
      <pc:sldChg chg="modSp mod">
        <pc:chgData name="Kileen Harrison" userId="89ac2612-4752-4200-addf-974bba168746" providerId="ADAL" clId="{8DDB18C3-32C8-4AD2-8489-6316219EEBFC}" dt="2023-12-18T16:29:34.136" v="625" actId="6549"/>
        <pc:sldMkLst>
          <pc:docMk/>
          <pc:sldMk cId="153801817" sldId="921"/>
        </pc:sldMkLst>
        <pc:spChg chg="mod">
          <ac:chgData name="Kileen Harrison" userId="89ac2612-4752-4200-addf-974bba168746" providerId="ADAL" clId="{8DDB18C3-32C8-4AD2-8489-6316219EEBFC}" dt="2023-12-18T16:29:34.136" v="625" actId="6549"/>
          <ac:spMkLst>
            <pc:docMk/>
            <pc:sldMk cId="153801817" sldId="921"/>
            <ac:spMk id="3" creationId="{1227F53E-C6C4-4047-8705-CE3501708C1F}"/>
          </ac:spMkLst>
        </pc:spChg>
      </pc:sldChg>
      <pc:sldChg chg="modSp mod">
        <pc:chgData name="Kileen Harrison" userId="89ac2612-4752-4200-addf-974bba168746" providerId="ADAL" clId="{8DDB18C3-32C8-4AD2-8489-6316219EEBFC}" dt="2023-12-18T16:26:24.176" v="357" actId="20577"/>
        <pc:sldMkLst>
          <pc:docMk/>
          <pc:sldMk cId="3733032675" sldId="922"/>
        </pc:sldMkLst>
        <pc:spChg chg="mod">
          <ac:chgData name="Kileen Harrison" userId="89ac2612-4752-4200-addf-974bba168746" providerId="ADAL" clId="{8DDB18C3-32C8-4AD2-8489-6316219EEBFC}" dt="2023-12-18T16:26:24.176" v="357" actId="20577"/>
          <ac:spMkLst>
            <pc:docMk/>
            <pc:sldMk cId="3733032675" sldId="922"/>
            <ac:spMk id="3" creationId="{98E8B1A8-D022-4E43-A6E0-46903B8EFECD}"/>
          </ac:spMkLst>
        </pc:spChg>
      </pc:sldChg>
      <pc:sldChg chg="addSp modSp mod">
        <pc:chgData name="Kileen Harrison" userId="89ac2612-4752-4200-addf-974bba168746" providerId="ADAL" clId="{8DDB18C3-32C8-4AD2-8489-6316219EEBFC}" dt="2023-12-13T20:45:25.150" v="124" actId="1036"/>
        <pc:sldMkLst>
          <pc:docMk/>
          <pc:sldMk cId="3113447121" sldId="923"/>
        </pc:sldMkLst>
        <pc:spChg chg="add mod">
          <ac:chgData name="Kileen Harrison" userId="89ac2612-4752-4200-addf-974bba168746" providerId="ADAL" clId="{8DDB18C3-32C8-4AD2-8489-6316219EEBFC}" dt="2023-12-13T20:45:16.634" v="100" actId="108"/>
          <ac:spMkLst>
            <pc:docMk/>
            <pc:sldMk cId="3113447121" sldId="923"/>
            <ac:spMk id="2" creationId="{E4158602-CE03-D865-8B96-7884DB0F17A7}"/>
          </ac:spMkLst>
        </pc:spChg>
        <pc:picChg chg="mod">
          <ac:chgData name="Kileen Harrison" userId="89ac2612-4752-4200-addf-974bba168746" providerId="ADAL" clId="{8DDB18C3-32C8-4AD2-8489-6316219EEBFC}" dt="2023-12-13T20:45:25.150" v="124" actId="1036"/>
          <ac:picMkLst>
            <pc:docMk/>
            <pc:sldMk cId="3113447121" sldId="923"/>
            <ac:picMk id="3" creationId="{20AFB86F-F314-2808-D124-99FF9729F44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12/18/2023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60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in this section should come from the appraisal plan. The idea here is not to duplicate the contents of the appraisal plan, but to provide a summary for the Appraisal Sponsor, and the personnel from the OU who will see these findings.</a:t>
            </a:r>
          </a:p>
          <a:p>
            <a:endParaRPr lang="en-US" dirty="0"/>
          </a:p>
          <a:p>
            <a:r>
              <a:rPr lang="en-US" dirty="0"/>
              <a:t>The ATL may add additional information to the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This information must be consistent with the appraisal plan. 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3</a:t>
            </a:fld>
            <a:endParaRPr lang="en-US" altLang="en-US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 dirty="0">
              <a:ea typeface="ＭＳ Ｐゴシック" charset="-128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B35EA84-EF00-9842-8E6A-A2B5DD6BA8D8}" type="slidenum">
              <a:rPr lang="en-US" altLang="en-US" sz="1200" b="0">
                <a:solidFill>
                  <a:schemeClr val="tx1"/>
                </a:solidFill>
              </a:rPr>
              <a:pPr/>
              <a:t>4</a:t>
            </a:fld>
            <a:endParaRPr lang="en-US" altLang="en-US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466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 dirty="0">
              <a:ea typeface="ＭＳ Ｐゴシック" charset="-128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B35EA84-EF00-9842-8E6A-A2B5DD6BA8D8}" type="slidenum">
              <a:rPr lang="en-US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en-US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229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BEF3818-E2D8-F947-8FE2-5E7634526F96}" type="slidenum">
              <a:rPr lang="en-US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en-US" sz="1200" b="0" dirty="0">
              <a:solidFill>
                <a:schemeClr val="tx1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538" y="614363"/>
            <a:ext cx="6534150" cy="367665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9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BEF3818-E2D8-F947-8FE2-5E7634526F96}" type="slidenum">
              <a:rPr lang="en-US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en-US" sz="1200" b="0" dirty="0">
              <a:solidFill>
                <a:schemeClr val="tx1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538" y="614363"/>
            <a:ext cx="6534150" cy="367665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3343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409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758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13</a:t>
            </a:fld>
            <a:endParaRPr lang="en-US" altLang="en-US" sz="1200" b="0" dirty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1E2C5B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C5781-917E-1F45-8E82-7C0FE9D08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7B19-2A28-4253-AABF-351A860910F2}" type="datetime1">
              <a:rPr lang="en-US" smtClean="0"/>
              <a:t>12/18/2023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52C3F-2F54-EF4A-B2F2-B213778BC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A2B9E-050E-914C-8BAB-FFD1527A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120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F9DAA6-79B1-0A47-A3C5-4D565F30B7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2284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1E2C5B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solidFill>
                  <a:srgbClr val="1E2C5B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83932-8936-B34A-A1F0-66B376982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90306-2DEA-4A52-8752-0DC73BF24B04}" type="datetime1">
              <a:rPr lang="en-US" smtClean="0"/>
              <a:t>12/18/2023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FA110-9989-6E45-A95D-FD1FCAAC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FF7D3-F0D3-9549-80A9-650210D7C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120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F9DAA6-79B1-0A47-A3C5-4D565F30B7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09025-C6C6-2A41-997B-D2D60908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03B3-1759-4A8A-B288-41791B4F8F69}" type="datetime1">
              <a:rPr lang="en-US" smtClean="0"/>
              <a:t>12/18/2023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F3AE5-CECD-3844-8C4F-4C2652C08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CA2A1-6612-1242-AC8A-8124205FD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120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F9DAA6-79B1-0A47-A3C5-4D565F30B7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2DB1D3-C701-6A49-A4CD-D7E87CCC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D3D2-F876-4C0D-A3E2-898A3BB7F1E0}" type="datetime1">
              <a:rPr lang="en-US" smtClean="0"/>
              <a:t>12/18/2023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F403E-0631-C545-8A34-2E57A5233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D751EC-7B81-A941-BB17-AEE24C494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120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F9DAA6-79B1-0A47-A3C5-4D565F30B7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28AE5-168D-094F-A02B-E58A576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ABE5-84B5-4808-9355-F9ADDB71AD03}" type="datetime1">
              <a:rPr lang="en-US" smtClean="0"/>
              <a:t>12/18/2023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11588-2ACE-9744-9550-55E40A42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9DF33-5726-BE4E-8791-FFC85425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120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F9DAA6-79B1-0A47-A3C5-4D565F30B71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785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B79E59-2E0D-5849-B15E-C51CB128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DD27B-3CAA-4428-A1A0-A0B7DA459284}" type="datetime1">
              <a:rPr lang="en-US" smtClean="0"/>
              <a:t>12/18/2023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74004B-429F-2940-9C72-C7E2D620D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63BA6-55E1-A842-88E3-FE3BF5B39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120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F9DAA6-79B1-0A47-A3C5-4D565F30B7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69264-D8F4-604A-9313-074C3855D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3A3C-17C9-45BD-8C58-095B375A0EAF}" type="datetime1">
              <a:rPr lang="en-US" smtClean="0"/>
              <a:t>12/18/2023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1C588-C736-8542-8453-7C2F955AC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DF528-180A-4C47-84AF-912314A93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120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F9DAA6-79B1-0A47-A3C5-4D565F30B7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7435E-8DC4-DB4E-AB91-5A7A8F88F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145-23EF-4A65-970A-607CDB0B4A6C}" type="datetime1">
              <a:rPr lang="en-US" smtClean="0"/>
              <a:t>12/18/2023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37E2AD-F3BD-4C48-9003-C526589A2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F7406-43AE-1C4B-9925-1A68F6522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120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F9DAA6-79B1-0A47-A3C5-4D565F30B7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B5885-0205-AB46-A910-1782B424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E197E-3F9B-4FBA-A141-9FFE77CA50CF}" type="datetime1">
              <a:rPr lang="en-US" smtClean="0"/>
              <a:t>12/18/2023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E29F6-A4ED-3444-9F04-960EF72A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5B564-0782-7046-BA4A-2EED103D5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120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F9DAA6-79B1-0A47-A3C5-4D565F30B7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1D012-CC5B-AB45-B414-E9D5ACDB3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6473-F3C2-4383-A001-B2001D57B589}" type="datetime1">
              <a:rPr lang="en-US" smtClean="0"/>
              <a:t>12/18/2023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DED33-FF8E-0A41-832A-67C69411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72F-7F81-364D-8211-9032553D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120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F9DAA6-79B1-0A47-A3C5-4D565F30B7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566928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81F36-7929-4A48-ACDD-5133E99FE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120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F9DAA6-79B1-0A47-A3C5-4D565F30B71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566928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81F36-7929-4A48-ACDD-5133E99FE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1204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F9DAA6-79B1-0A47-A3C5-4D565F30B71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DAA795-5339-5D42-B275-E6E6B6B9FB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588B8-5FFB-4A09-A4C8-2CE8DA15487D}" type="datetime1">
              <a:rPr lang="en-US" smtClean="0"/>
              <a:t>12/18/2023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767310-7E28-0049-8CA5-D9D4C6238A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1D986-E1DA-9647-924B-F43417BC09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481204" y="6356350"/>
            <a:ext cx="27432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Page </a:t>
            </a:r>
            <a:fld id="{7FD28749-193B-E040-805C-1E4C3FEC79B0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DC3DB-5DB5-7F43-94F6-202FC6CB7E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14501" y="6403975"/>
            <a:ext cx="876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AB143-E9B2-4463-ACCE-E9D4B85F0D0F}" type="datetime1">
              <a:rPr lang="en-US" smtClean="0"/>
              <a:t>12/18/2023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32182" y="6407150"/>
            <a:ext cx="1249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BEA8E99-D66C-4D84-8E9C-18D607522D88}"/>
              </a:ext>
            </a:extLst>
          </p:cNvPr>
          <p:cNvSpPr txBox="1">
            <a:spLocks/>
          </p:cNvSpPr>
          <p:nvPr userDrawn="1"/>
        </p:nvSpPr>
        <p:spPr>
          <a:xfrm>
            <a:off x="8229600" y="640397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2024. All Rights Reserved.​</a:t>
            </a:r>
            <a:r>
              <a:rPr lang="en-US" dirty="0"/>
              <a:t>  |  </a:t>
            </a:r>
            <a:fld id="{85F78CEA-3B00-9E49-94E0-DC9AF1E867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8A0DFDF-EEC6-4B83-A003-D88BF21585E2}"/>
              </a:ext>
            </a:extLst>
          </p:cNvPr>
          <p:cNvSpPr txBox="1">
            <a:spLocks/>
          </p:cNvSpPr>
          <p:nvPr userDrawn="1"/>
        </p:nvSpPr>
        <p:spPr>
          <a:xfrm>
            <a:off x="4122832" y="6403975"/>
            <a:ext cx="22684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[Insert Logo Here]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E2C5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70E2-7788-DF4D-898C-8F1DC4D52E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Opening Briefing Template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744A72-6422-8E46-A8FD-67BB1284C8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CMMI® Appraisal Method </a:t>
            </a:r>
          </a:p>
          <a:p>
            <a:r>
              <a:rPr lang="en-US" dirty="0"/>
              <a:t>&lt;This template identifies the MINIMUM REQUIREMENTS for content and topics that must be included and presented for an Opening Briefing, for a CMMI Benchmark Appraisal, Sustainment Appraisal, or Action Plan Reappraisal (APR).&gt;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3098931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>
                <a:ea typeface="ＭＳ Ｐゴシック" charset="-128"/>
              </a:rPr>
              <a:t>Organization: Name</a:t>
            </a:r>
          </a:p>
          <a:p>
            <a:pPr lvl="1" eaLnBrk="1" hangingPunct="1"/>
            <a:r>
              <a:rPr lang="en-GB" altLang="en-US" dirty="0">
                <a:ea typeface="ＭＳ Ｐゴシック" charset="-128"/>
              </a:rPr>
              <a:t>Location</a:t>
            </a:r>
          </a:p>
          <a:p>
            <a:r>
              <a:rPr lang="en-GB" altLang="en-US" dirty="0">
                <a:ea typeface="ＭＳ Ｐゴシック" charset="-128"/>
              </a:rPr>
              <a:t>Organizational Unit: Name</a:t>
            </a:r>
          </a:p>
          <a:p>
            <a:pPr lvl="1"/>
            <a:r>
              <a:rPr lang="en-GB" altLang="en-US" dirty="0">
                <a:ea typeface="ＭＳ Ｐゴシック" charset="-128"/>
              </a:rPr>
              <a:t>Description</a:t>
            </a:r>
          </a:p>
          <a:p>
            <a:pPr lvl="1"/>
            <a:r>
              <a:rPr lang="en-GB" altLang="en-US" dirty="0">
                <a:ea typeface="ＭＳ Ｐゴシック" charset="-128"/>
              </a:rPr>
              <a:t>Location(s)</a:t>
            </a:r>
            <a:endParaRPr lang="en-GB" altLang="en-US" sz="1800" dirty="0">
              <a:ea typeface="ＭＳ Ｐゴシック" charset="-128"/>
            </a:endParaRPr>
          </a:p>
          <a:p>
            <a:r>
              <a:rPr lang="en-GB" altLang="en-US" dirty="0"/>
              <a:t>Appraisal Sponsor</a:t>
            </a:r>
          </a:p>
          <a:p>
            <a:pPr lvl="1" eaLnBrk="1" hangingPunct="1"/>
            <a:r>
              <a:rPr lang="en-GB" altLang="en-US" dirty="0"/>
              <a:t>Name</a:t>
            </a:r>
          </a:p>
          <a:p>
            <a:pPr lvl="2" eaLnBrk="1" hangingPunct="1"/>
            <a:r>
              <a:rPr lang="en-GB" altLang="en-US" sz="2400" dirty="0">
                <a:ea typeface="ＭＳ Ｐゴシック" charset="-128"/>
              </a:rPr>
              <a:t>Title</a:t>
            </a:r>
          </a:p>
          <a:p>
            <a:pPr lvl="2" eaLnBrk="1" hangingPunct="1"/>
            <a:r>
              <a:rPr lang="en-GB" altLang="en-US" sz="2400" dirty="0">
                <a:ea typeface="ＭＳ Ｐゴシック" charset="-128"/>
              </a:rPr>
              <a:t>Relationship to OU</a:t>
            </a:r>
          </a:p>
          <a:p>
            <a:r>
              <a:rPr lang="en-US" dirty="0"/>
              <a:t>ATL Name</a:t>
            </a:r>
          </a:p>
          <a:p>
            <a:pPr lvl="1"/>
            <a:r>
              <a:rPr lang="en-US" dirty="0"/>
              <a:t>ATL Organization</a:t>
            </a:r>
          </a:p>
          <a:p>
            <a:pPr lvl="1"/>
            <a:r>
              <a:rPr lang="en-US" dirty="0"/>
              <a:t>Sponsoring ISACA CMMI Business Partner Organization</a:t>
            </a:r>
          </a:p>
          <a:p>
            <a:pPr lvl="1"/>
            <a:r>
              <a:rPr lang="en-US" dirty="0"/>
              <a:t>ATL Email Address</a:t>
            </a:r>
          </a:p>
        </p:txBody>
      </p:sp>
    </p:spTree>
    <p:extLst>
      <p:ext uri="{BB962C8B-B14F-4D97-AF65-F5344CB8AC3E}">
        <p14:creationId xmlns:p14="http://schemas.microsoft.com/office/powerpoint/2010/main" val="2391473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Business Objectives</a:t>
            </a:r>
          </a:p>
        </p:txBody>
      </p:sp>
      <p:sp>
        <p:nvSpPr>
          <p:cNvPr id="19458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&lt;List the business objectives from the appraisal plan&gt;</a:t>
            </a:r>
          </a:p>
        </p:txBody>
      </p:sp>
    </p:spTree>
    <p:extLst>
      <p:ext uri="{BB962C8B-B14F-4D97-AF65-F5344CB8AC3E}">
        <p14:creationId xmlns:p14="http://schemas.microsoft.com/office/powerpoint/2010/main" val="148595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Appraisal Objectives</a:t>
            </a:r>
          </a:p>
        </p:txBody>
      </p:sp>
      <p:sp>
        <p:nvSpPr>
          <p:cNvPr id="19458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&lt;List the appraisal objectives from the appraisal plan, including performance objectives&gt;</a:t>
            </a:r>
          </a:p>
        </p:txBody>
      </p:sp>
    </p:spTree>
    <p:extLst>
      <p:ext uri="{BB962C8B-B14F-4D97-AF65-F5344CB8AC3E}">
        <p14:creationId xmlns:p14="http://schemas.microsoft.com/office/powerpoint/2010/main" val="1113740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Team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ATL Name – </a:t>
            </a:r>
            <a:r>
              <a:rPr lang="en-US" altLang="en-US" i="1" dirty="0">
                <a:ea typeface="ＭＳ Ｐゴシック" charset="-128"/>
              </a:rPr>
              <a:t>Appraisal </a:t>
            </a:r>
            <a:r>
              <a:rPr lang="en-US" altLang="en-US" i="1" dirty="0">
                <a:solidFill>
                  <a:srgbClr val="181818"/>
                </a:solidFill>
                <a:ea typeface="ＭＳ Ｐゴシック" charset="-128"/>
              </a:rPr>
              <a:t>Team Leader, &lt;Organizational Affiliation&gt;</a:t>
            </a:r>
          </a:p>
          <a:p>
            <a:r>
              <a:rPr lang="en-US" altLang="en-US" dirty="0">
                <a:ea typeface="ＭＳ Ｐゴシック" charset="-128"/>
              </a:rPr>
              <a:t>ATM Name – </a:t>
            </a:r>
            <a:r>
              <a:rPr lang="en-US" altLang="en-US" i="1" dirty="0">
                <a:ea typeface="ＭＳ Ｐゴシック" charset="-128"/>
              </a:rPr>
              <a:t>Appraisal Team Member, </a:t>
            </a:r>
            <a:r>
              <a:rPr lang="en-US" altLang="en-US" i="1" dirty="0">
                <a:solidFill>
                  <a:srgbClr val="181818"/>
                </a:solidFill>
                <a:ea typeface="ＭＳ Ｐゴシック" charset="-128"/>
              </a:rPr>
              <a:t>&lt;Organizational Affiliation&gt;</a:t>
            </a:r>
            <a:endParaRPr lang="en-US" altLang="en-US" dirty="0">
              <a:ea typeface="ＭＳ Ｐゴシック" charset="-128"/>
            </a:endParaRPr>
          </a:p>
          <a:p>
            <a:pPr marL="0" indent="0"/>
            <a:endParaRPr lang="en-US" altLang="en-US" dirty="0">
              <a:ea typeface="ＭＳ Ｐゴシック" charset="-128"/>
            </a:endParaRPr>
          </a:p>
          <a:p>
            <a:pPr marL="0" indent="0"/>
            <a:endParaRPr lang="en-US" altLang="en-US" dirty="0">
              <a:ea typeface="ＭＳ Ｐゴシック" charset="-128"/>
            </a:endParaRPr>
          </a:p>
          <a:p>
            <a:pPr marL="0" indent="0"/>
            <a:endParaRPr lang="en-US" altLang="en-US" dirty="0">
              <a:ea typeface="ＭＳ Ｐゴシック" charset="-128"/>
            </a:endParaRPr>
          </a:p>
          <a:p>
            <a:pPr marL="0" indent="0"/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OUC Name – </a:t>
            </a:r>
            <a:r>
              <a:rPr lang="en-US" altLang="en-US" i="1" dirty="0">
                <a:ea typeface="ＭＳ Ｐゴシック" charset="-128"/>
              </a:rPr>
              <a:t>OU Coordinator, </a:t>
            </a:r>
            <a:r>
              <a:rPr lang="en-US" altLang="en-US" i="1" dirty="0">
                <a:solidFill>
                  <a:srgbClr val="181818"/>
                </a:solidFill>
                <a:ea typeface="ＭＳ Ｐゴシック" charset="-128"/>
              </a:rPr>
              <a:t>&lt;Organizational Affiliation&gt;</a:t>
            </a:r>
            <a:endParaRPr lang="en-US" altLang="en-US" dirty="0">
              <a:solidFill>
                <a:srgbClr val="181818"/>
              </a:solidFill>
              <a:ea typeface="ＭＳ Ｐゴシック" charset="-128"/>
            </a:endParaRPr>
          </a:p>
          <a:p>
            <a:endParaRPr lang="en-US" altLang="en-US" dirty="0">
              <a:solidFill>
                <a:srgbClr val="181818"/>
              </a:solidFill>
              <a:ea typeface="ＭＳ Ｐゴシック" charset="-128"/>
            </a:endParaRPr>
          </a:p>
          <a:p>
            <a:pPr eaLnBrk="1" hangingPunct="1"/>
            <a:endParaRPr lang="en-US" altLang="en-US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3676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Support Personnel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ea typeface="ＭＳ Ｐゴシック" charset="-128"/>
              </a:rPr>
              <a:t>&lt;List any designees for the Plan and Prepare for Appraisal Phase, and their organizational affiliation&gt;</a:t>
            </a:r>
          </a:p>
          <a:p>
            <a:pPr marL="0" indent="0">
              <a:buNone/>
            </a:pPr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Observer Name – </a:t>
            </a:r>
            <a:r>
              <a:rPr lang="en-US" altLang="en-US" i="1" dirty="0">
                <a:ea typeface="ＭＳ Ｐゴシック" charset="-128"/>
              </a:rPr>
              <a:t>Observer, </a:t>
            </a:r>
            <a:r>
              <a:rPr lang="en-US" altLang="en-US" i="1" dirty="0">
                <a:solidFill>
                  <a:srgbClr val="181818"/>
                </a:solidFill>
                <a:ea typeface="ＭＳ Ｐゴシック" charset="-128"/>
              </a:rPr>
              <a:t>&lt;Organizational Affiliation&gt;</a:t>
            </a:r>
          </a:p>
          <a:p>
            <a:r>
              <a:rPr lang="en-US" altLang="en-US" dirty="0">
                <a:solidFill>
                  <a:srgbClr val="181818"/>
                </a:solidFill>
                <a:ea typeface="ＭＳ Ｐゴシック" charset="-128"/>
              </a:rPr>
              <a:t>Interpreter/Registered Interpreter’s Name – </a:t>
            </a:r>
            <a:r>
              <a:rPr lang="en-US" altLang="en-US" i="1" dirty="0">
                <a:solidFill>
                  <a:srgbClr val="181818"/>
                </a:solidFill>
                <a:ea typeface="ＭＳ Ｐゴシック" charset="-128"/>
              </a:rPr>
              <a:t>Interpreter / Registered Interpreter, &lt;Organizational Affiliation&gt; </a:t>
            </a:r>
          </a:p>
          <a:p>
            <a:endParaRPr lang="en-US" altLang="en-US" dirty="0">
              <a:solidFill>
                <a:srgbClr val="181818"/>
              </a:solidFill>
              <a:ea typeface="ＭＳ Ｐゴシック" charset="-128"/>
            </a:endParaRPr>
          </a:p>
          <a:p>
            <a:endParaRPr lang="en-US" altLang="en-US" dirty="0">
              <a:solidFill>
                <a:srgbClr val="181818"/>
              </a:solidFill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2117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charset="-128"/>
              </a:rPr>
              <a:t>Appraisal Scope – Model View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dirty="0"/>
              <a:t>&lt;Describe the Model View selected for this appraisal:</a:t>
            </a:r>
          </a:p>
          <a:p>
            <a:pPr lvl="1">
              <a:defRPr/>
            </a:pPr>
            <a:r>
              <a:rPr lang="en-US" dirty="0"/>
              <a:t>Examples: </a:t>
            </a:r>
          </a:p>
          <a:p>
            <a:pPr lvl="2">
              <a:defRPr/>
            </a:pPr>
            <a:r>
              <a:rPr lang="en-US" dirty="0"/>
              <a:t>CMMI Development, Maturity Level 3 </a:t>
            </a:r>
          </a:p>
          <a:p>
            <a:pPr lvl="2">
              <a:defRPr/>
            </a:pPr>
            <a:r>
              <a:rPr lang="en-US" dirty="0"/>
              <a:t>CMMI People, Services, Maturity Level 3</a:t>
            </a:r>
          </a:p>
          <a:p>
            <a:pPr lvl="2">
              <a:defRPr/>
            </a:pPr>
            <a:r>
              <a:rPr lang="en-US" dirty="0"/>
              <a:t>CMMI Security, Maturity Level 5</a:t>
            </a:r>
          </a:p>
          <a:p>
            <a:pPr lvl="2">
              <a:defRPr/>
            </a:pPr>
            <a:r>
              <a:rPr lang="en-US" dirty="0"/>
              <a:t>CMMI &lt;PAs&gt; Capability Level 2</a:t>
            </a:r>
          </a:p>
          <a:p>
            <a:pPr>
              <a:defRPr/>
            </a:pPr>
            <a:r>
              <a:rPr lang="en-US" dirty="0"/>
              <a:t>Practice Areas (PAs) in scope (use a graphic or list the PAs and their target levels)&gt;</a:t>
            </a:r>
          </a:p>
          <a:p>
            <a:pPr marL="0" indent="0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070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Appraisal Scope – Organizational Scope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&lt;Describe the OU and sampling factors, including the projects and Organizational Support Functions (OSFs) selected; based on the Randomly Generated Sample (RGS) and appraisal plan information from the CMMI Appraisal System (CAS)&gt;</a:t>
            </a:r>
          </a:p>
        </p:txBody>
      </p:sp>
    </p:spTree>
    <p:extLst>
      <p:ext uri="{BB962C8B-B14F-4D97-AF65-F5344CB8AC3E}">
        <p14:creationId xmlns:p14="http://schemas.microsoft.com/office/powerpoint/2010/main" val="2226382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5133" y="990040"/>
            <a:ext cx="9524520" cy="4880363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 dirty="0">
                <a:latin typeface="+mn-lt"/>
                <a:ea typeface="ＭＳ Ｐゴシック" charset="-128"/>
              </a:rPr>
              <a:t>CMMI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3500" b="1" dirty="0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77F34-8CB4-D947-85D4-01232F88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Appraisal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8B1A8-D022-4E43-A6E0-46903B8EF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&lt;Show the appraisal schedule and review, explaining the sessions and times&gt;</a:t>
            </a:r>
          </a:p>
        </p:txBody>
      </p:sp>
    </p:spTree>
    <p:extLst>
      <p:ext uri="{BB962C8B-B14F-4D97-AF65-F5344CB8AC3E}">
        <p14:creationId xmlns:p14="http://schemas.microsoft.com/office/powerpoint/2010/main" val="3733032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16E6-A265-E647-863D-E6356B5F3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Appraisal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7F53E-C6C4-4047-8705-CE3501708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&lt;List and briefly describe the outputs planned for this appraisal, including the Performance Report and identify when it will be presented and reviewed with the Appraisal Sponsor. </a:t>
            </a:r>
            <a:r>
              <a:rPr lang="en-US"/>
              <a:t>This </a:t>
            </a:r>
            <a:r>
              <a:rPr lang="en-US" dirty="0"/>
              <a:t>information is identified in the CMMI Appraisal System (</a:t>
            </a:r>
            <a:r>
              <a:rPr lang="en-US"/>
              <a:t>CAS).&gt;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01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259417" y="647701"/>
            <a:ext cx="5154613" cy="51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5bcabcf-d275-4206-9fb1-2f2d419cd22b">
      <Terms xmlns="http://schemas.microsoft.com/office/infopath/2007/PartnerControls"/>
    </lcf76f155ced4ddcb4097134ff3c332f>
    <TaxCatchAll xmlns="ec500478-62e0-46fc-87f1-cfa988e486b4" xsi:nil="true"/>
    <SharedWithUsers xmlns="ec500478-62e0-46fc-87f1-cfa988e486b4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F05D5B8D-B6E6-427D-BD34-18CA6615EC8C}"/>
</file>

<file path=customXml/itemProps2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07B0D7-F930-4230-933E-ABA84959494E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1211becf-e92d-41bc-9b18-95aabeb0945c"/>
    <ds:schemaRef ds:uri="b485b744-3759-4f6c-a4dc-84de157954fe"/>
    <ds:schemaRef ds:uri="http://www.w3.org/XML/1998/namespace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451</Words>
  <Application>Microsoft Office PowerPoint</Application>
  <PresentationFormat>Widescreen</PresentationFormat>
  <Paragraphs>66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Opening Briefing Template</vt:lpstr>
      <vt:lpstr>Appraisal Overview</vt:lpstr>
      <vt:lpstr>Appraisal Overview</vt:lpstr>
      <vt:lpstr>Business Objectives</vt:lpstr>
      <vt:lpstr>Appraisal Objectives</vt:lpstr>
      <vt:lpstr>Appraisal Team</vt:lpstr>
      <vt:lpstr>Appraisal Support Personnel</vt:lpstr>
      <vt:lpstr>Appraisal Scope – Model View</vt:lpstr>
      <vt:lpstr>Appraisal Scope – Organizational Scope</vt:lpstr>
      <vt:lpstr>PowerPoint Presentation</vt:lpstr>
      <vt:lpstr>Appraisal Schedule</vt:lpstr>
      <vt:lpstr>Appraisal Outputs</vt:lpstr>
      <vt:lpstr>PowerPoint Presentation</vt:lpstr>
    </vt:vector>
  </TitlesOfParts>
  <Company>ISACA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Opening Briefing Template</dc:title>
  <dc:creator>ISACA</dc:creator>
  <cp:lastModifiedBy>Kileen Harrison</cp:lastModifiedBy>
  <cp:revision>10</cp:revision>
  <dcterms:created xsi:type="dcterms:W3CDTF">2018-03-14T12:19:45Z</dcterms:created>
  <dcterms:modified xsi:type="dcterms:W3CDTF">2023-12-18T16:29:34Z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12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>;#Toolkit;#</vt:lpwstr>
  </property>
  <property fmtid="{D5CDD505-2E9C-101B-9397-08002B2CF9AE}" pid="13" name="_ShortcutUrl">
    <vt:lpwstr/>
  </property>
  <property fmtid="{D5CDD505-2E9C-101B-9397-08002B2CF9AE}" pid="14" name="Class Component">
    <vt:lpwstr/>
  </property>
  <property fmtid="{D5CDD505-2E9C-101B-9397-08002B2CF9AE}" pid="15" name="_ip_UnifiedCompliancePolicyProperties">
    <vt:lpwstr/>
  </property>
  <property fmtid="{D5CDD505-2E9C-101B-9397-08002B2CF9AE}" pid="16" name="_ip_UnifiedCompliancePolicyUIAction">
    <vt:lpwstr/>
  </property>
  <property fmtid="{D5CDD505-2E9C-101B-9397-08002B2CF9AE}" pid="17" name="Class Level">
    <vt:lpwstr>Building</vt:lpwstr>
  </property>
  <property fmtid="{D5CDD505-2E9C-101B-9397-08002B2CF9AE}" pid="18" name="MediaServiceImageTags">
    <vt:lpwstr/>
  </property>
  <property fmtid="{D5CDD505-2E9C-101B-9397-08002B2CF9AE}" pid="19" name="Order">
    <vt:r8>432400</vt:r8>
  </property>
  <property fmtid="{D5CDD505-2E9C-101B-9397-08002B2CF9AE}" pid="20" name="MediaServiceFastMetadata0">
    <vt:lpwstr/>
  </property>
  <property fmtid="{D5CDD505-2E9C-101B-9397-08002B2CF9AE}" pid="21" name="MediaServiceMetadata0">
    <vt:lpwstr/>
  </property>
  <property fmtid="{D5CDD505-2E9C-101B-9397-08002B2CF9AE}" pid="22" name="SharedWithUsers">
    <vt:lpwstr/>
  </property>
  <property fmtid="{D5CDD505-2E9C-101B-9397-08002B2CF9AE}" pid="23" name="_SourceUrl">
    <vt:lpwstr/>
  </property>
  <property fmtid="{D5CDD505-2E9C-101B-9397-08002B2CF9AE}" pid="24" name="_SharedFileIndex">
    <vt:lpwstr/>
  </property>
  <property fmtid="{D5CDD505-2E9C-101B-9397-08002B2CF9AE}" pid="26" name="_ExtendedDescription">
    <vt:lpwstr/>
  </property>
  <property fmtid="{D5CDD505-2E9C-101B-9397-08002B2CF9AE}" pid="27" name="MediaServiceKeyPoints0">
    <vt:lpwstr/>
  </property>
  <property fmtid="{D5CDD505-2E9C-101B-9397-08002B2CF9AE}" pid="28" name="TriggerFlowInfo">
    <vt:lpwstr/>
  </property>
  <property fmtid="{D5CDD505-2E9C-101B-9397-08002B2CF9AE}" pid="29" name="MediaServiceAutoKeyPoints0">
    <vt:lpwstr/>
  </property>
</Properties>
</file>